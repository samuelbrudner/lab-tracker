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17e0a2e644496f" /><Relationship Type="http://schemas.openxmlformats.org/officeDocument/2006/relationships/extended-properties" Target="/docProps/app.xml" Id="R649faabf93de4289" /><Relationship Type="http://schemas.openxmlformats.org/officeDocument/2006/relationships/officeDocument" Target="/ppt/presentation.xml" Id="R807fb484d58a45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a6855855b54c90"/>
  </p:sldMasterIdLst>
  <p:notesMasterIdLst>
    <p:notesMasterId xmlns:r="http://schemas.openxmlformats.org/officeDocument/2006/relationships" r:id="R1c8aabf1d7534064"/>
  </p:notesMasterIdLst>
  <p:sldIdLst>
    <p:sldId xmlns:r="http://schemas.openxmlformats.org/officeDocument/2006/relationships" id="256" r:id="Rb73834299ac344c7"/>
    <p:sldId xmlns:r="http://schemas.openxmlformats.org/officeDocument/2006/relationships" id="257" r:id="Re8705790c6e6471b"/>
    <p:sldId xmlns:r="http://schemas.openxmlformats.org/officeDocument/2006/relationships" id="258" r:id="Rf2b7ba3f0c794776"/>
    <p:sldId xmlns:r="http://schemas.openxmlformats.org/officeDocument/2006/relationships" id="259" r:id="R2d623438f0b74b0c"/>
    <p:sldId xmlns:r="http://schemas.openxmlformats.org/officeDocument/2006/relationships" id="260" r:id="R29dd793e13fe4073"/>
    <p:sldId xmlns:r="http://schemas.openxmlformats.org/officeDocument/2006/relationships" id="261" r:id="R0d50a963ecff46b2"/>
    <p:sldId xmlns:r="http://schemas.openxmlformats.org/officeDocument/2006/relationships" id="262" r:id="Rcd1c5857a91d418e"/>
    <p:sldId xmlns:r="http://schemas.openxmlformats.org/officeDocument/2006/relationships" id="263" r:id="R794ab376e3434529"/>
    <p:sldId xmlns:r="http://schemas.openxmlformats.org/officeDocument/2006/relationships" id="264" r:id="R7c21521ac1644d7e"/>
    <p:sldId xmlns:r="http://schemas.openxmlformats.org/officeDocument/2006/relationships" id="265" r:id="Rc596022e88f94c76"/>
    <p:sldId xmlns:r="http://schemas.openxmlformats.org/officeDocument/2006/relationships" id="266" r:id="Rc7e45ee88ffd472d"/>
    <p:sldId xmlns:r="http://schemas.openxmlformats.org/officeDocument/2006/relationships" id="267" r:id="Re910f6dc0f0b49cd"/>
    <p:sldId xmlns:r="http://schemas.openxmlformats.org/officeDocument/2006/relationships" id="268" r:id="R9ec7baa77d2b4a48"/>
    <p:sldId xmlns:r="http://schemas.openxmlformats.org/officeDocument/2006/relationships" id="269" r:id="R80624d686b1f41b2"/>
    <p:sldId xmlns:r="http://schemas.openxmlformats.org/officeDocument/2006/relationships" id="270" r:id="R4b7a5f8421474a01"/>
    <p:sldId xmlns:r="http://schemas.openxmlformats.org/officeDocument/2006/relationships" id="271" r:id="R22c87ca7755c4d52"/>
    <p:sldId xmlns:r="http://schemas.openxmlformats.org/officeDocument/2006/relationships" id="272" r:id="Rfe4cec501e9d4fc0"/>
    <p:sldId xmlns:r="http://schemas.openxmlformats.org/officeDocument/2006/relationships" id="273" r:id="R4448d28acdaa4dd3"/>
    <p:sldId xmlns:r="http://schemas.openxmlformats.org/officeDocument/2006/relationships" id="274" r:id="R2699d3278cd04b2b"/>
    <p:sldId xmlns:r="http://schemas.openxmlformats.org/officeDocument/2006/relationships" id="275" r:id="R7f3d66f2c5234575"/>
    <p:sldId xmlns:r="http://schemas.openxmlformats.org/officeDocument/2006/relationships" id="276" r:id="R027f9ccbd9214d69"/>
    <p:sldId xmlns:r="http://schemas.openxmlformats.org/officeDocument/2006/relationships" id="277" r:id="Rda52501471c74074"/>
    <p:sldId xmlns:r="http://schemas.openxmlformats.org/officeDocument/2006/relationships" id="278" r:id="R39dd8a15e5e54d5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791ec1d2c44470" /><Relationship Type="http://schemas.openxmlformats.org/officeDocument/2006/relationships/slideMaster" Target="/ppt/slideMasters/slideMaster1.xml" Id="Rf8a6855855b54c90" /><Relationship Type="http://schemas.openxmlformats.org/officeDocument/2006/relationships/notesMaster" Target="/ppt/notesMasters/notesMaster1.xml" Id="R1c8aabf1d7534064" /><Relationship Type="http://schemas.openxmlformats.org/officeDocument/2006/relationships/presProps" Target="/ppt/presProps.xml" Id="Rf79ede0f2172406d" /><Relationship Type="http://schemas.openxmlformats.org/officeDocument/2006/relationships/viewProps" Target="/ppt/viewProps.xml" Id="Rc50678566ec8467c" /><Relationship Type="http://schemas.openxmlformats.org/officeDocument/2006/relationships/tableStyles" Target="/ppt/tableStyles.xml" Id="R6a37cf43d1c64e0b" /><Relationship Type="http://schemas.openxmlformats.org/officeDocument/2006/relationships/slide" Target="/ppt/slides/slide1.xml" Id="Rb73834299ac344c7" /><Relationship Type="http://schemas.openxmlformats.org/officeDocument/2006/relationships/slide" Target="/ppt/slides/slide2.xml" Id="Re8705790c6e6471b" /><Relationship Type="http://schemas.openxmlformats.org/officeDocument/2006/relationships/slide" Target="/ppt/slides/slide3.xml" Id="Rf2b7ba3f0c794776" /><Relationship Type="http://schemas.openxmlformats.org/officeDocument/2006/relationships/slide" Target="/ppt/slides/slide4.xml" Id="R2d623438f0b74b0c" /><Relationship Type="http://schemas.openxmlformats.org/officeDocument/2006/relationships/slide" Target="/ppt/slides/slide5.xml" Id="R29dd793e13fe4073" /><Relationship Type="http://schemas.openxmlformats.org/officeDocument/2006/relationships/slide" Target="/ppt/slides/slide6.xml" Id="R0d50a963ecff46b2" /><Relationship Type="http://schemas.openxmlformats.org/officeDocument/2006/relationships/slide" Target="/ppt/slides/slide7.xml" Id="Rcd1c5857a91d418e" /><Relationship Type="http://schemas.openxmlformats.org/officeDocument/2006/relationships/slide" Target="/ppt/slides/slide8.xml" Id="R794ab376e3434529" /><Relationship Type="http://schemas.openxmlformats.org/officeDocument/2006/relationships/slide" Target="/ppt/slides/slide9.xml" Id="R7c21521ac1644d7e" /><Relationship Type="http://schemas.openxmlformats.org/officeDocument/2006/relationships/slide" Target="/ppt/slides/slide10.xml" Id="Rc596022e88f94c76" /><Relationship Type="http://schemas.openxmlformats.org/officeDocument/2006/relationships/slide" Target="/ppt/slides/slide11.xml" Id="Rc7e45ee88ffd472d" /><Relationship Type="http://schemas.openxmlformats.org/officeDocument/2006/relationships/slide" Target="/ppt/slides/slide12.xml" Id="Re910f6dc0f0b49cd" /><Relationship Type="http://schemas.openxmlformats.org/officeDocument/2006/relationships/slide" Target="/ppt/slides/slide13.xml" Id="R9ec7baa77d2b4a48" /><Relationship Type="http://schemas.openxmlformats.org/officeDocument/2006/relationships/slide" Target="/ppt/slides/slide14.xml" Id="R80624d686b1f41b2" /><Relationship Type="http://schemas.openxmlformats.org/officeDocument/2006/relationships/slide" Target="/ppt/slides/slide15.xml" Id="R4b7a5f8421474a01" /><Relationship Type="http://schemas.openxmlformats.org/officeDocument/2006/relationships/slide" Target="/ppt/slides/slide16.xml" Id="R22c87ca7755c4d52" /><Relationship Type="http://schemas.openxmlformats.org/officeDocument/2006/relationships/slide" Target="/ppt/slides/slide17.xml" Id="Rfe4cec501e9d4fc0" /><Relationship Type="http://schemas.openxmlformats.org/officeDocument/2006/relationships/slide" Target="/ppt/slides/slide18.xml" Id="R4448d28acdaa4dd3" /><Relationship Type="http://schemas.openxmlformats.org/officeDocument/2006/relationships/slide" Target="/ppt/slides/slide19.xml" Id="R2699d3278cd04b2b" /><Relationship Type="http://schemas.openxmlformats.org/officeDocument/2006/relationships/slide" Target="/ppt/slides/slide20.xml" Id="R7f3d66f2c5234575" /><Relationship Type="http://schemas.openxmlformats.org/officeDocument/2006/relationships/slide" Target="/ppt/slides/slide21.xml" Id="R027f9ccbd9214d69" /><Relationship Type="http://schemas.openxmlformats.org/officeDocument/2006/relationships/slide" Target="/ppt/slides/slide22.xml" Id="Rda52501471c74074" /><Relationship Type="http://schemas.openxmlformats.org/officeDocument/2006/relationships/slide" Target="/ppt/slides/slide23.xml" Id="R39dd8a15e5e54d5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5f1431ff2c4b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de46ab6c82465c" /><Relationship Type="http://schemas.openxmlformats.org/officeDocument/2006/relationships/notesMaster" Target="/ppt/notesMasters/notesMaster1.xml" Id="R8443173cfdf049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b2234291b248b8" /><Relationship Type="http://schemas.openxmlformats.org/officeDocument/2006/relationships/notesMaster" Target="/ppt/notesMasters/notesMaster1.xml" Id="R8e822a5915b448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9575a206ec4a50" /><Relationship Type="http://schemas.openxmlformats.org/officeDocument/2006/relationships/notesMaster" Target="/ppt/notesMasters/notesMaster1.xml" Id="R711a393794b545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bc47d895424b94" /><Relationship Type="http://schemas.openxmlformats.org/officeDocument/2006/relationships/notesMaster" Target="/ppt/notesMasters/notesMaster1.xml" Id="R6ad71b26adb844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7979585bdd44a5a" /><Relationship Type="http://schemas.openxmlformats.org/officeDocument/2006/relationships/notesMaster" Target="/ppt/notesMasters/notesMaster1.xml" Id="Rd5e713cf949c48d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7ecf5c7fb04f31" /><Relationship Type="http://schemas.openxmlformats.org/officeDocument/2006/relationships/notesMaster" Target="/ppt/notesMasters/notesMaster1.xml" Id="R38ba6281bc4143b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780bd836124e93" /><Relationship Type="http://schemas.openxmlformats.org/officeDocument/2006/relationships/notesMaster" Target="/ppt/notesMasters/notesMaster1.xml" Id="R0ec9a8d58d1743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8a0952852c4bbe" /><Relationship Type="http://schemas.openxmlformats.org/officeDocument/2006/relationships/notesMaster" Target="/ppt/notesMasters/notesMaster1.xml" Id="Rd6d514aa1bb34c2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0d6ea7e76847c7" /><Relationship Type="http://schemas.openxmlformats.org/officeDocument/2006/relationships/notesMaster" Target="/ppt/notesMasters/notesMaster1.xml" Id="Raf8686dd075b40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297a4635c9433b" /><Relationship Type="http://schemas.openxmlformats.org/officeDocument/2006/relationships/notesMaster" Target="/ppt/notesMasters/notesMaster1.xml" Id="R23af5a2f84cd49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7703902c054fce" /><Relationship Type="http://schemas.openxmlformats.org/officeDocument/2006/relationships/notesMaster" Target="/ppt/notesMasters/notesMaster1.xml" Id="Rbe5727c21fcf49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701837cdca4056" /><Relationship Type="http://schemas.openxmlformats.org/officeDocument/2006/relationships/notesMaster" Target="/ppt/notesMasters/notesMaster1.xml" Id="Rc1834c81eb2f4b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7468bd15b9b4dc4" /><Relationship Type="http://schemas.openxmlformats.org/officeDocument/2006/relationships/notesMaster" Target="/ppt/notesMasters/notesMaster1.xml" Id="R91a503c5ac5545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1b81d8c5ba4d9b" /><Relationship Type="http://schemas.openxmlformats.org/officeDocument/2006/relationships/notesMaster" Target="/ppt/notesMasters/notesMaster1.xml" Id="Rb73f5fae4438488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07af85fd5ff4019" /><Relationship Type="http://schemas.openxmlformats.org/officeDocument/2006/relationships/notesMaster" Target="/ppt/notesMasters/notesMaster1.xml" Id="Rb5ccd81a8ffe4f6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3def9529a447a5" /><Relationship Type="http://schemas.openxmlformats.org/officeDocument/2006/relationships/notesMaster" Target="/ppt/notesMasters/notesMaster1.xml" Id="R882263ba0fbc4e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32379e9b954605" /><Relationship Type="http://schemas.openxmlformats.org/officeDocument/2006/relationships/notesMaster" Target="/ppt/notesMasters/notesMaster1.xml" Id="Ra290520ad1204df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eec03e64f8f4eff" /><Relationship Type="http://schemas.openxmlformats.org/officeDocument/2006/relationships/notesMaster" Target="/ppt/notesMasters/notesMaster1.xml" Id="Rcfeee23101b94c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3beef0272cf4859" /><Relationship Type="http://schemas.openxmlformats.org/officeDocument/2006/relationships/notesMaster" Target="/ppt/notesMasters/notesMaster1.xml" Id="R0f0c166da0f04e0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b9086bafcbd4e21" /><Relationship Type="http://schemas.openxmlformats.org/officeDocument/2006/relationships/notesMaster" Target="/ppt/notesMasters/notesMaster1.xml" Id="Rd815608866b4442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6ef150a57a44de5" /><Relationship Type="http://schemas.openxmlformats.org/officeDocument/2006/relationships/notesMaster" Target="/ppt/notesMasters/notesMaster1.xml" Id="R69fbf10a420349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f2bcecf6df44b5b" /><Relationship Type="http://schemas.openxmlformats.org/officeDocument/2006/relationships/notesMaster" Target="/ppt/notesMasters/notesMaster1.xml" Id="R7f9e42dac4234b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b127f0c476b4e5d" /><Relationship Type="http://schemas.openxmlformats.org/officeDocument/2006/relationships/notesMaster" Target="/ppt/notesMasters/notesMaster1.xml" Id="R98e2c4fbc412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d38e6b233441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4d879691c54b1a" /><Relationship Type="http://schemas.openxmlformats.org/officeDocument/2006/relationships/slideLayout" Target="/ppt/slideLayouts/slideLayout1.xml" Id="R96eb0d4eb3a942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eb0d4eb3a942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8e52bfa69450a" /><Relationship Type="http://schemas.openxmlformats.org/officeDocument/2006/relationships/notesSlide" Target="/ppt/notesSlides/notesSlide1.xml" Id="R8e253930752542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26290592c4363" /><Relationship Type="http://schemas.openxmlformats.org/officeDocument/2006/relationships/notesSlide" Target="/ppt/notesSlides/notesSlide2.xml" Id="R25d646721c8742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e27575fd94abc" /><Relationship Type="http://schemas.openxmlformats.org/officeDocument/2006/relationships/notesSlide" Target="/ppt/notesSlides/notesSlide3.xml" Id="R0c7ddc26e25c49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260370cc234988" /><Relationship Type="http://schemas.openxmlformats.org/officeDocument/2006/relationships/notesSlide" Target="/ppt/notesSlides/notesSlide4.xml" Id="R0892f9e9ce6a43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ed2dfa489f4ca9" /><Relationship Type="http://schemas.openxmlformats.org/officeDocument/2006/relationships/notesSlide" Target="/ppt/notesSlides/notesSlide5.xml" Id="R5a80555ef08941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b172da9d24101" /><Relationship Type="http://schemas.openxmlformats.org/officeDocument/2006/relationships/notesSlide" Target="/ppt/notesSlides/notesSlide6.xml" Id="R06051add4d174f5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9b3f9e4fb442e" /><Relationship Type="http://schemas.openxmlformats.org/officeDocument/2006/relationships/notesSlide" Target="/ppt/notesSlides/notesSlide7.xml" Id="R66a6c04bb7ec422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8d747ddb74169" /><Relationship Type="http://schemas.openxmlformats.org/officeDocument/2006/relationships/notesSlide" Target="/ppt/notesSlides/notesSlide8.xml" Id="R2bfb2392e9d3400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d0789e0ee4c52" /><Relationship Type="http://schemas.openxmlformats.org/officeDocument/2006/relationships/notesSlide" Target="/ppt/notesSlides/notesSlide9.xml" Id="Ra55caf9a9b7849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5288c0737e4766" /><Relationship Type="http://schemas.openxmlformats.org/officeDocument/2006/relationships/notesSlide" Target="/ppt/notesSlides/notesSlide10.xml" Id="Re48f8f93d26e4f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1348a0312e44be" /><Relationship Type="http://schemas.openxmlformats.org/officeDocument/2006/relationships/notesSlide" Target="/ppt/notesSlides/notesSlide11.xml" Id="R2c65998c013f4f3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4564168c3401d" /><Relationship Type="http://schemas.openxmlformats.org/officeDocument/2006/relationships/notesSlide" Target="/ppt/notesSlides/notesSlide12.xml" Id="R3371d6e166524ee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e744a74cd14c7d" /><Relationship Type="http://schemas.openxmlformats.org/officeDocument/2006/relationships/notesSlide" Target="/ppt/notesSlides/notesSlide13.xml" Id="Rb1c19b397abc48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771fa95354bba" /><Relationship Type="http://schemas.openxmlformats.org/officeDocument/2006/relationships/notesSlide" Target="/ppt/notesSlides/notesSlide14.xml" Id="R634f3102700e4c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9debbd713b4635" /><Relationship Type="http://schemas.openxmlformats.org/officeDocument/2006/relationships/notesSlide" Target="/ppt/notesSlides/notesSlide15.xml" Id="Rba328f95a55843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0c9542fa2d4a8f" /><Relationship Type="http://schemas.openxmlformats.org/officeDocument/2006/relationships/notesSlide" Target="/ppt/notesSlides/notesSlide16.xml" Id="R5b792223dcae43c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f8c32d89614b5f" /><Relationship Type="http://schemas.openxmlformats.org/officeDocument/2006/relationships/notesSlide" Target="/ppt/notesSlides/notesSlide17.xml" Id="R50fee31f69db4f7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0d4b2829f4e5c" /><Relationship Type="http://schemas.openxmlformats.org/officeDocument/2006/relationships/notesSlide" Target="/ppt/notesSlides/notesSlide18.xml" Id="R2810b03355d7470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6fe0445ba44978" /><Relationship Type="http://schemas.openxmlformats.org/officeDocument/2006/relationships/notesSlide" Target="/ppt/notesSlides/notesSlide19.xml" Id="Re0fd4c2b04cb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208545c2e24fb9" /><Relationship Type="http://schemas.openxmlformats.org/officeDocument/2006/relationships/notesSlide" Target="/ppt/notesSlides/notesSlide20.xml" Id="R8d3f155796df46e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edac70b4e49f8" /><Relationship Type="http://schemas.openxmlformats.org/officeDocument/2006/relationships/notesSlide" Target="/ppt/notesSlides/notesSlide21.xml" Id="R7bb82689d71944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2fd906be94f03" /><Relationship Type="http://schemas.openxmlformats.org/officeDocument/2006/relationships/notesSlide" Target="/ppt/notesSlides/notesSlide22.xml" Id="R4de65f71ee74429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a036f852994735" /><Relationship Type="http://schemas.openxmlformats.org/officeDocument/2006/relationships/notesSlide" Target="/ppt/notesSlides/notesSlide23.xml" Id="Re40f962d402442c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125206-BBF6-417D-BF96-D0C05BF6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A23EF1-7934-4217-AE6C-117EDB58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90675"/>
            <a:ext cx="88106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FA9EB-56AD-4744-BC90-C49ED0D4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9067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22675-FA59-484C-87D7-FE927EF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063" y="2090738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1D5C8-FC67-4EB4-971E-317D9A0D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063" y="1590675"/>
            <a:ext cx="19050" cy="5000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C58E6-2B56-4D5A-9E3F-D3148921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6938" y="1685925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D99A4-31E1-4E6B-9AD1-37D1D972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6938" y="1685925"/>
            <a:ext cx="19050" cy="404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C850C-A731-4D22-92D5-9373BD41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6938" y="2781300"/>
            <a:ext cx="90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E445A-FEFE-4C67-A029-7BB994F2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6938" y="2090738"/>
            <a:ext cx="19050" cy="6905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4540C1-1123-4D5B-A4D7-93728301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063" y="2947988"/>
            <a:ext cx="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C4237-2100-4717-A531-AA72C8FA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2063" y="1590675"/>
            <a:ext cx="19050" cy="13573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3B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961D47-8060-46C9-8697-584B04D7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71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39D96-8AAB-4351-B4B6-36B405E8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14954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D0B0D8-160C-40F5-AF76-B7C6C266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1688" y="1995488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9D959-D150-404F-A24F-708E16CB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6563" y="1590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A0AE4B-A42F-48F3-BB1C-1A726F3D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6563" y="26860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DB020D-C877-4CDB-B90F-B1050592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852738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D2FE"/>
          </a:solidFill>
          <a:ln xmlns:a="http://schemas.openxmlformats.org/drawingml/2006/main" w="19050">
            <a:solidFill>
              <a:srgbClr val="1013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64A94-F2C7-433E-9940-1BA420F0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685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Lab Tracker keeps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goals behind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experiments.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FA6031-FB28-421E-9A44-DC1D5B83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571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C0D1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7C0D1"/>
                </a:solidFill>
                <a:latin typeface="Aptos"/>
                <a:ea typeface="Aptos"/>
                <a:cs typeface="Aptos"/>
              </a:rPr>
              <a:t>Questions -&gt; evidence -&gt; claims -&gt; figures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7C48C3-6C92-42D9-80D2-98FB91FD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7AFBE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A7AFBE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233DE6-3177-4520-AD14-1602987B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A7AFB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A7AFB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101461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300FC2-C1E5-4027-801D-BE27BDBF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4B4DE-5E5B-4044-92DF-F657B15C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6EE67D-654A-4A41-89EC-EB0A020D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592272-E6E6-4297-AB9E-F572101B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2F711-B875-4771-AEF1-CEF44B24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3FAF5-C47D-4593-BB62-0D54ED40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25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important record is not just what happened.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1865B-D86E-44AC-991B-CE529A9C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8191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650" b="0">
                <a:solidFill>
                  <a:srgbClr val="0E8F7E"/>
                </a:solidFill>
                <a:latin typeface="Aptos Display"/>
                <a:ea typeface="Aptos Display"/>
                <a:cs typeface="Aptos Display"/>
              </a:defRPr>
            </a:pPr>
            <a:r>
              <a:rPr sz="4650" b="0">
                <a:solidFill>
                  <a:srgbClr val="0E8F7E"/>
                </a:solidFill>
                <a:latin typeface="Aptos Display"/>
                <a:ea typeface="Aptos Display"/>
                <a:cs typeface="Aptos Display"/>
              </a:rPr>
              <a:t>It is why the lab did it.</a:t>
            </a:r>
          </a:p>
        </p:txBody>
      </p:sp>
    </p:spTree>
    <p:extLst>
      <p:ext uri="{BB962C8B-B14F-4D97-AF65-F5344CB8AC3E}">
        <p14:creationId xmlns:p14="http://schemas.microsoft.com/office/powerpoint/2010/main" val="16573305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37358F-F2DD-4A57-9DB7-3BA82808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A91AAB-7978-4F5F-A276-FC3E2B72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F11B0-663F-436E-8FDB-F69C57EA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25EC1-A451-4D13-A167-D87A6563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README.md;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E4582-D3BB-4C96-A5D5-E99723746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33B74-73DA-483E-9FC6-7A7FD58F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8953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A data file cannot answer the motivating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CA1D8-3D93-4BD8-845C-CC01B3FE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86100"/>
            <a:ext cx="533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5E1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76B4C-A7F5-4CA4-A55C-46D21B6F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00400"/>
            <a:ext cx="5067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1214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21417"/>
                </a:solidFill>
                <a:latin typeface="Aptos"/>
                <a:ea typeface="Aptos"/>
                <a:cs typeface="Aptos"/>
              </a:rPr>
              <a:t>2025_12_10_Rig2_session001.nwb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F108A7-939C-49B2-B484-688024CC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576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when / where / what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8A49D-7E35-4D65-B0DF-340D8361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905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0">
                <a:solidFill>
                  <a:srgbClr val="D9480F"/>
                </a:solidFill>
                <a:latin typeface="Aptos Display"/>
                <a:ea typeface="Aptos Display"/>
                <a:cs typeface="Aptos Display"/>
              </a:defRPr>
            </a:pPr>
            <a:r>
              <a:rPr sz="5700" b="0">
                <a:solidFill>
                  <a:srgbClr val="D9480F"/>
                </a:solidFill>
                <a:latin typeface="Aptos Display"/>
                <a:ea typeface="Aptos Display"/>
                <a:cs typeface="Aptos Display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5716290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FECCFD-5B84-4264-BFEE-4FFAD08E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7A6534-F4CC-4B75-9581-E8BCE7D62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17320D-17AB-4BED-870A-019C1038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B9397-1C79-43BE-85C8-9B365EA7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747870-06D0-45CF-A2B6-B387B9A33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7617F-FEED-494E-961E-F966E3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8953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When reasoning disappears, the lab repeats work.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62E2C-6331-4007-B78C-024D102E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8001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People leave.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Whiteboards are erased.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Slides drift away from decisions.</a:t>
            </a:r>
          </a:p>
        </p:txBody>
      </p:sp>
    </p:spTree>
    <p:extLst>
      <p:ext uri="{BB962C8B-B14F-4D97-AF65-F5344CB8AC3E}">
        <p14:creationId xmlns:p14="http://schemas.microsoft.com/office/powerpoint/2010/main" val="7375731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F152F8-E24D-4954-812C-470811FB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55566-CE99-4EC6-B3B1-5FEC33A1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2318D-E5E4-458E-A73F-C01F2D0F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8DBE3-E8EF-4A4D-909E-A9F4AC88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docs/mcp-decision-context-tooling.md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A817A-2903-4268-93FE-58153E12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2F6406-4688-4CE0-A707-FBB789CD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57300"/>
            <a:ext cx="723900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The model can reason,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but it does not know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what scientific goals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1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are motivating the lab.</a:t>
            </a:r>
          </a:p>
        </p:txBody>
      </p:sp>
    </p:spTree>
    <p:extLst>
      <p:ext uri="{BB962C8B-B14F-4D97-AF65-F5344CB8AC3E}">
        <p14:creationId xmlns:p14="http://schemas.microsoft.com/office/powerpoint/2010/main" val="10459567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B4B248-BC12-41CB-BDBD-CB9D6A1E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9E661-E2BD-47F7-B5A8-B97C95C0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83FBB0-8930-4A05-AAA8-D034CCA8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EA5720-BC77-4F72-A8B8-E5DB06B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docs/mcp-decision-context-tooling.md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C9CAA-CCD9-45D0-ABFB-E813C01D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AE665-3047-4A5D-92B7-1A19874B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5250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missing context is a hierarchy of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3400F-B30A-49E7-8C9F-93F474A2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147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673A3-B3CC-4612-AD03-A61CE1DF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42900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A4071-2FC5-41DC-A7CF-7981B352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957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E01E9-4DA5-4C20-A427-CEE1AAA8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5242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30214-C221-4161-B91B-352CB58A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6710B-489E-498A-A58B-0FD0AD41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2900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D7F43E-D055-4758-B037-AD667FE7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842243-3688-49F9-8632-C757F96F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5242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C96DE3-BBB5-467C-A323-ED047757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147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11AA53-62C4-4CAA-95AF-143040AB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2900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needed</a:t>
            </a:r>
          </a:p>
        </p:txBody>
      </p:sp>
    </p:spTree>
    <p:extLst>
      <p:ext uri="{BB962C8B-B14F-4D97-AF65-F5344CB8AC3E}">
        <p14:creationId xmlns:p14="http://schemas.microsoft.com/office/powerpoint/2010/main" val="72756978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8DC914-B775-4974-ADDB-792B4952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228192-9225-428D-9ACF-0F0503D8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B98201-597E-4498-8E21-93EADD86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642A9-1B39-4F00-A611-04444E1F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CE54C5-029A-45EB-BB20-68D6C152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76A67-AED7-46B8-A766-DFCE372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9620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Without that hierarchy, output can be plausible and still off target.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522C3-92EC-40C7-B075-2048F54F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29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5E1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12CF0-5CB6-4F4B-9882-F9589C76B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43300"/>
            <a:ext cx="2209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looks productive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45371-5A18-4874-BFED-C7B03CD3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914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B2F86D-F74A-469A-82DA-541C1CE0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609975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9480F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85FC2-643E-4358-A036-562F0A3E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76600"/>
            <a:ext cx="3238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D338A-F99C-4CEF-9941-063E266B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390900"/>
            <a:ext cx="29718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7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drifts from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7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the scientific goal</a:t>
            </a:r>
          </a:p>
        </p:txBody>
      </p:sp>
    </p:spTree>
    <p:extLst>
      <p:ext uri="{BB962C8B-B14F-4D97-AF65-F5344CB8AC3E}">
        <p14:creationId xmlns:p14="http://schemas.microsoft.com/office/powerpoint/2010/main" val="157906318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DD074F-E551-4D46-A709-179BC78C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4098C-1822-4250-ACED-B3F61A5D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4579E-A1BE-46D1-89CA-0D36F7F1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89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89900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0F4A3-703D-4948-923B-0E776CFA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B8F10-058D-4174-A671-F19288EF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3CEC5D-4FC9-4F28-8409-6191C597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000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675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structured record we want is too costly to maintain by hand.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D99379-CA5D-4A28-8239-E78BA50D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24200"/>
            <a:ext cx="6477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issue is not desire.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issue is upkeep.</a:t>
            </a:r>
          </a:p>
        </p:txBody>
      </p:sp>
    </p:spTree>
    <p:extLst>
      <p:ext uri="{BB962C8B-B14F-4D97-AF65-F5344CB8AC3E}">
        <p14:creationId xmlns:p14="http://schemas.microsoft.com/office/powerpoint/2010/main" val="18964364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DAEC5E-2380-40EA-BCE2-BC1E976D4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1DA02-9BF0-4217-A95D-98B1E68D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1B64D-E077-4CA4-8AE2-910AB7ED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324788-65A2-4341-B47D-BF043D8C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3FB30-4940-4F5A-86BC-66693048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E7C0C-BD80-4440-A0A0-E468879AA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857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One graph restores human memory.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71533-78A9-48A6-AFD6-FB69D03AA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0DD21-BEB0-4833-84D7-0F5EBCBEB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19450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Research-context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F5222-CE11-48B2-AB69-0FD548DF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45815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1D2AAC-C2FC-4B7B-9D7C-D3D9083B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19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35567-32B8-4930-A8B2-DAE1DFD9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144078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9C06B-6D88-4ACA-8000-A71A21E7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260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F019B-3362-4B9A-80F5-8092D519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5097FD-2A16-45FA-A808-0D426FC5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19050" cy="21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D9BA6-CFF5-4FD8-A7AC-1ADE9E99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503170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59593-7F92-4EEA-B4C6-010E663F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144078"/>
            <a:ext cx="19050" cy="3590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E4C8D-0348-4B4F-9BD8-315D1584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589848"/>
            <a:ext cx="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A8CCFC-78ED-46CC-98D2-F0BE6FD9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70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D6707-2CCE-490E-B197-4669550C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208216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F6D19-5ABB-4E1C-9BE8-ACD8BD3E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183451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C37324-9A50-498E-9311-E653DC54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658" y="209454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DA7D64-A4DD-45A8-B6E0-5E121E68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188404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FDB38-949F-4958-891E-1CF7AE57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2453640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7217C6-80B8-47DE-B684-A3786832B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254031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D2F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4F39CF-68AA-4066-9D5E-92250CE5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91CF41-05AA-49F5-8877-52052EE7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2305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Humans recover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rationale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6A903A-7723-40B4-86D4-12F7B10F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147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15264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334BEF-3BD5-4C1E-BF62-8740B4E6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CDA87-3D4A-4306-B98B-DC86B991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86C48-03CA-4D5D-9916-02297D4E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1540E-6439-4B82-B773-24E125E4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37D95-A750-4083-BCCD-61B35E96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188EBE-4F6D-4A51-987D-84E5EEE2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8572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same graph grounds AI in lab goals.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25124-5114-4135-B263-7BBAEDCF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AACD9-C6B7-4BFA-8B4C-DB283CD9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19450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Research-context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F5526-C6AD-4F70-B052-C1D0E551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45815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FA43A4-ABFA-4109-A5E0-A17E092E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19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1A628-801E-4BC4-A32E-12A111F3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144078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783EA-C112-489C-8343-67EA9BB2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260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2ECD7-5804-4276-819E-25F530DA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FE942-DB6D-460D-9871-9D7CEC8C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19050" cy="21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7A60A4-1950-47AE-B44A-394A0A73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503170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13F57-1E97-4126-B93D-3B03691B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144078"/>
            <a:ext cx="19050" cy="3590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D038A-C0FA-44D2-8D7D-44C4CFA4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589848"/>
            <a:ext cx="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10FC6-D95F-4010-B110-8B0BFA5B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70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142B7F-08C3-45C4-8CCE-E9B60B6C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208216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3D7431-5BF2-4F95-92FB-2295B8F4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183451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87D992-A80E-40CB-B424-93777E96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658" y="209454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4C363B-DA95-40DD-B6AB-D5B245C78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188404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0F5D81-6F75-4E7D-8138-4E5DDFFB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2453640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FF8E32-8F4B-4CAC-A12E-D2CA7628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254031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D2F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E5BF19-F9F5-4353-8FA2-3E6E5DE0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75132D-0914-4BBF-86F6-534AB663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2305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Humans recover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rationale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E77100-9054-4CA3-9B7C-1E90F18B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147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136CEC-52A5-413D-A202-C6F78740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623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C65C9F-AE83-4AB0-B8DB-A25BE48E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76600"/>
            <a:ext cx="2305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Agents retrieve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lab goals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85F8B1-1420-4A31-9ED2-0E635A6E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15480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5E2912-AE1A-4BA0-B782-EC0C3739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813C6C-6E39-47F3-932B-D823F261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1C20C-3693-40C8-A44D-C3DAD83A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391AE-8237-45C5-A9A9-1416A403E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FC0BB4-DED7-44AE-A012-633BC926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33706A-2ED4-46C4-AB21-DB8CD2AF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AI-assisted capture keeps the graph current.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78393-E40E-4402-AB8D-4DCD57B9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05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8899B-F3CE-445E-B55F-C0654738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19450"/>
            <a:ext cx="2457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Research-context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1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6AA2A9-065D-4CC0-A443-BA206B2C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45815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AEC29-3A00-434A-8590-EEC8CD8A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84045"/>
            <a:ext cx="19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BD48C-0FF7-4095-8C22-0F4692EC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144078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A033B-77FE-4154-855B-0190BF36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260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C96C0-995C-498F-A401-ECDFC2F3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A3EA9-3CDC-4C8F-BAB4-ECFEB4C3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1933575"/>
            <a:ext cx="19050" cy="21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875017-FF79-46B7-94CA-85E75556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503170"/>
            <a:ext cx="4705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4F48FF-2F80-436C-A5D2-458B2562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2188" y="2144078"/>
            <a:ext cx="19050" cy="35909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093205-A661-457A-ACEA-0B68E6F6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2589848"/>
            <a:ext cx="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B700B3-E1B7-423D-A9B4-9D80A8781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1653" y="1884045"/>
            <a:ext cx="19050" cy="70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8DEA02-66C8-43D1-9395-442113D9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970" y="208216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1C4A7C-7984-4E2A-9AD0-2BDAD8E2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183451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5FD3EB-6CC5-4E75-BCC5-A4849F47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2658" y="209454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BA5EC8-4D40-4E11-8338-5A3542F4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1884045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88CCC7-8CDE-40E7-BE15-A6AD0962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3192" y="2453640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F3D0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9D1F4D-383B-4DAA-9632-51BF3FA1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123" y="2540318"/>
            <a:ext cx="99060" cy="990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D2FE"/>
          </a:solidFill>
          <a:ln xmlns:a="http://schemas.openxmlformats.org/drawingml/2006/main" w="19050">
            <a:solidFill>
              <a:srgbClr val="FAF9F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832224-E347-470A-BCB5-63336DBA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623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35FA5B-1DA3-4B32-97BE-AA9A4DA8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2305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Humans recover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rationale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FBF91-2815-44A8-AD63-27026C22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147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DBCFA-8D60-49D2-B1DB-2B2EBAA4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623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B6640-939B-4EED-86B0-807C5FD6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76600"/>
            <a:ext cx="2305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Agents retrieve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lab goals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30BF95-33B5-4D46-979E-5F8FF2C5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14725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54AF3E-2D86-478F-B3B5-EF05D8AB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62550"/>
            <a:ext cx="2724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7"/>
          </a:solidFill>
          <a:ln xmlns:a="http://schemas.openxmlformats.org/drawingml/2006/main" w="11430">
            <a:solidFill>
              <a:srgbClr val="E8990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410A47-EA48-4DFB-9B2C-32541684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276850"/>
            <a:ext cx="2457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Capture keeps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72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the graph current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2DA912-4891-4615-AB28-07D0D7F4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95750"/>
            <a:ext cx="190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94309438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448057-4B2A-41DE-B4C8-C31D92A2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2A83F-4AF2-438E-A6BA-744F596F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A2F66-8918-4CF0-A8AF-469CC1A3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C68C1-B0F7-41E0-833A-E25C2636D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README.md;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8009F-D3A1-45FC-8707-3E910782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FFAD89-80DF-4789-87AC-9C89E345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933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Lab Tracker is the reasoning layer, not the storage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AD671-28BE-4781-AF4C-33DE443A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95650"/>
            <a:ext cx="2667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5E1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D5CCE-CE13-45F3-9CBD-2F90A9C5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09950"/>
            <a:ext cx="2400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external files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B7280"/>
                </a:solidFill>
                <a:latin typeface="Aptos"/>
                <a:ea typeface="Aptos"/>
                <a:cs typeface="Aptos"/>
              </a:rPr>
              <a:t>and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E9ACC5-3559-4EA7-A297-62A3F2EF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695700"/>
            <a:ext cx="1047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6E6D0D-DF1D-4EDA-A4EE-956B51D6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242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A6F9AA-6E1C-48BE-9CBD-96D7A90E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28950"/>
            <a:ext cx="28575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D6423-8A37-4176-A225-5550ACBC9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4325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3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questions,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3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evidence,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23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claims</a:t>
            </a:r>
          </a:p>
        </p:txBody>
      </p:sp>
    </p:spTree>
    <p:extLst>
      <p:ext uri="{BB962C8B-B14F-4D97-AF65-F5344CB8AC3E}">
        <p14:creationId xmlns:p14="http://schemas.microsoft.com/office/powerpoint/2010/main" val="105633149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C69F13-C867-480F-98A9-A69E81FA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2FA84-50A0-4486-B6B7-1CA4734C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C87C5-AC06-4D4C-ADCF-1BEA4532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639FD-3A68-47E1-B63E-A171105B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53703-160A-403C-A063-D35FCF7F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7B335-CACB-4168-85F8-768B7FD6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Start with the motivating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DF898-8FBD-4712-943C-6BAC4E58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6EBF75-5284-40D7-822D-75080035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198211888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958E88-A2EF-48A5-B3CA-707F7526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19FC30-27FF-4D34-BA9E-47F54128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439261-F2F9-465D-AC58-E319C7AC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5A100-14A4-448A-AB60-F3769DD6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5B1B6-9C4A-4CEA-8253-9B47A803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182DE-AA3F-4054-BC08-BFFBDF2F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800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Break it into atomic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D31C40-FEAD-40A9-AE53-BC8DEC83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4904C7-BAFA-428F-A6F2-A1417A7E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547CA-EFDD-4B3D-B9D6-BE5A14BE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B40C31-A00B-4101-8892-1503EC20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C7935-9EF0-41A5-97CD-ECD62C34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289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8FC1E8-8331-4260-8C6D-231782F3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43250"/>
            <a:ext cx="1733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165290043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3B2978D-8A90-4278-969E-0B4022C7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3E332-9365-4EAE-AC77-089B1349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7F83A7-D48E-47D2-AF83-9D04EA49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15ADC6-2406-45E5-81D1-015247F3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70CE1-BEC8-4300-BBCE-BC012836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B0C00-8502-4203-8526-AEE0BA64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895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Attach data to the question it answers.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E4872-A939-416A-ADEC-363E6E07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91252-B9F3-47C4-B1CB-E6C97E60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690B95-101A-4365-A121-405EB847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02050-01BB-4490-B7E6-4C09BC78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24084-731F-49B6-B6E6-21E2A3705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289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1F642-3DEC-49EF-B27F-BE686427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43250"/>
            <a:ext cx="1733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5A38F9-376E-416B-8E97-71FECBE5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A2AA9-F481-4147-9131-63FA6CCF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EC4985-B769-481F-8E19-9023B418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60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3F2BFB-2F44-4EF9-A10F-72D88659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43250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19761714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022CF8-C250-4A7E-936B-EE7174AC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48E1FC-3A10-4588-857B-4E003777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471276-22C4-4FEC-ACB4-0FC3F6D5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89E27-F5C2-4CD2-BC89-E51DE6135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17487-C198-47FA-A66C-7068B8D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0F0814-3431-408E-B816-EA795266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933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Analyses stay linked to their source question.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ED886A-DFAE-444B-9D37-6DC7E4C2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468E4-B306-4AC3-8286-437B8493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57947-DB5E-450A-AA3B-76B39A61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B0DD9D-A0E2-4F69-AFEC-70360ED1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F6CE7-E415-4058-A840-D93E71CA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289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4C81D4-C807-4BDD-9927-07E0663F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43250"/>
            <a:ext cx="1733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CFB2E-661E-4435-AE09-CA0EDE93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F9C207-AF99-4184-941A-B8BAE0AB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E8D49-66AC-4672-84FF-F211D1EC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60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CD6CE0-CD95-428B-B055-540259FE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43250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8FBF8F-8F8D-4C82-8495-275275A8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0995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79FA5E-01EF-41E4-B4A7-D4F1EE4F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2A9E5-AE6C-4D03-9962-3882F805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160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4D224-D8CC-47C9-B7DC-80E09799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43250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17752419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E5003F-7866-4F4D-8FBD-211CE271B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2C46E-5478-4876-9C0F-369C0F92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C03F7F-8D66-4BC2-8821-DAA1F15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3B122-FE8F-4264-A26E-69B30B59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docs/retained-v1-surface.md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F2717-8809-4B19-A349-B52AC6C3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E090D-C8AD-446B-9484-02B05E3D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971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Claims are supported only when evidence is attached.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FEEEC3-D600-4252-A6DA-83C088A8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EF4E0-3E59-4D8C-AD28-614BA88F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7940E-1D85-41E4-B101-C5A6762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646CF1-6E02-4993-BAD6-961173B9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B63A30-963F-4500-889F-80D33491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289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399B25-89FA-480A-9429-40A67F95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43250"/>
            <a:ext cx="1733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Atomic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42B1B-80E5-488C-9984-54E6E767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099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F6F19-D038-4A77-945B-1095FE60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EF8FFC-55EE-406F-8B2A-051DB370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28950"/>
            <a:ext cx="160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CE8BA1-A567-42EB-BE52-EA2D3FA2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43250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A5BC38-BF74-4E23-84D7-0B1FDF15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09950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2A0588-98D9-44B9-ADB9-50AEBCCD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385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C902B0-AABC-45E1-AAA2-356B461C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160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32036-6525-46A6-974E-EAD266EF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143250"/>
            <a:ext cx="133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5426A-A0C6-465C-B20A-70FBC6CC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19650"/>
            <a:ext cx="26479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B7195D-6CD3-4719-B6E4-FDE14503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33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Supported claim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+ figure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64AF16-08B4-4AEE-8F58-11D4BA8A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467100"/>
            <a:ext cx="190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8ED016-08DB-471D-B67E-8B465D30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62550"/>
            <a:ext cx="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6003026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C59CAEA-714C-4115-803F-EAABEC20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4F94B-FEB7-4E88-8DB8-AF110345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252EF4-A17F-40DC-9D04-215785AC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WORKED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0EB14-258F-4A31-9E73-4D0926C4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9A7DDF-FD16-4B9D-ADD6-31AC50EF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09CA8C-7C87-4808-9A04-31997F7B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971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A figure should answer: what question was this for?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0DC21-5693-4679-8804-704628B5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956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CECD1-D053-45A2-9B5A-0DE20632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0995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Final figure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B34E3-98A0-466A-8107-01AAC969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5760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31EFC-4F16-40B1-A22E-81984E11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861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3A5150-DF29-4BF2-95DE-63A82DD5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95650"/>
            <a:ext cx="2476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3D6"/>
          </a:solidFill>
          <a:ln xmlns:a="http://schemas.openxmlformats.org/drawingml/2006/main" w="11430">
            <a:solidFill>
              <a:srgbClr val="D9480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79270-7032-40D5-9E21-3EFF672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40995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D9480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480F"/>
                </a:solidFill>
                <a:latin typeface="Aptos"/>
                <a:ea typeface="Aptos"/>
                <a:cs typeface="Aptos"/>
              </a:rPr>
              <a:t>Supported 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707E1E-858E-41D1-9D06-D05988F9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57600"/>
            <a:ext cx="819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9CBF7-9A25-45C0-B4D2-0D12C27C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861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E0703-6D75-49F7-8D12-7B6BBAC7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813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A8B14-551D-4C4A-AC2A-CFF05D33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1924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Motivating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95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</p:spTree>
    <p:extLst>
      <p:ext uri="{BB962C8B-B14F-4D97-AF65-F5344CB8AC3E}">
        <p14:creationId xmlns:p14="http://schemas.microsoft.com/office/powerpoint/2010/main" val="6931687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1EBC3-E395-4F57-9321-9EE7B931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5B615-C6FB-41CE-BB1E-AC3A755E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4B1DE-E922-4BE8-9F7C-DC099E5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89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89900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F204C-9FD1-4D37-966D-3451A7C1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docs/mobile-graph-aware-image-draft-review.md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2EAF1-70AE-4D3F-BDE6-D882FC3A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7AB7A-9FA5-4501-8DD6-B562C8F6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Capture starts with a raw human note.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EC8F1-6D3B-4412-935C-637EE0ED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7"/>
          </a:solidFill>
          <a:ln xmlns:a="http://schemas.openxmlformats.org/drawingml/2006/main" w="11430">
            <a:solidFill>
              <a:srgbClr val="E899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773636-C29D-44D7-A9FB-7BA5FB34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</p:spTree>
    <p:extLst>
      <p:ext uri="{BB962C8B-B14F-4D97-AF65-F5344CB8AC3E}">
        <p14:creationId xmlns:p14="http://schemas.microsoft.com/office/powerpoint/2010/main" val="77862080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7A51D7-9A23-43B4-A1C6-B810B401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BDB6C-C2BA-4514-ACD5-B615EFED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8FE67-32EF-47E4-A80B-267D727C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89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89900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40DFD-6365-4CF4-819A-B77F6F59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docs/mobile-graph-aware-image-draft-review.md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F9A1C-DF2C-4E41-8255-7EDE5F39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5ECA9-B68D-4B43-B54F-CF97D5C0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9906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system adds graph context before asking the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17EB7-AA32-4C27-836E-2BBCF000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7"/>
          </a:solidFill>
          <a:ln xmlns:a="http://schemas.openxmlformats.org/drawingml/2006/main" w="11430">
            <a:solidFill>
              <a:srgbClr val="E899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B95E0-2A59-4DBE-9E24-2DA17886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AE4198-3B30-47E6-AFDD-B7F0A9B6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F1D12-89B5-41EF-B8CA-A6C79F94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980784-0C91-47A5-AC66-333C5361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15EA8-3898-4263-A132-94455C43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52800"/>
            <a:ext cx="192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 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packet</a:t>
            </a:r>
          </a:p>
        </p:txBody>
      </p:sp>
    </p:spTree>
    <p:extLst>
      <p:ext uri="{BB962C8B-B14F-4D97-AF65-F5344CB8AC3E}">
        <p14:creationId xmlns:p14="http://schemas.microsoft.com/office/powerpoint/2010/main" val="1474365946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D9BB8D-B76D-4E3F-8E85-02E7D67DC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A4F7C-D666-4D5A-B067-68009B1F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A5318-4920-4684-8631-9FA7BA0C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89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89900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EB7714-1E6D-479B-A9D4-2D443920E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docs/mobile-graph-aware-image-draft-review.md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3A376-2A1B-4FF2-8BC7-FABE2D93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F407DD-52D3-4774-8B1A-D406B4D3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971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825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825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model proposes graph operations, not mutations.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B5179-C09E-4775-B048-D105890D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7"/>
          </a:solidFill>
          <a:ln xmlns:a="http://schemas.openxmlformats.org/drawingml/2006/main" w="11430">
            <a:solidFill>
              <a:srgbClr val="E899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3CF65-E768-4ACE-9BAE-5113F210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85BD30-AE60-4910-872C-AD2B9BB6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1542A0-2D5F-4EDB-8C67-3418C373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DF44AC-5D68-4289-82D8-940F64FB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A79AE7-AAAF-49D9-BED0-DD5C8076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52800"/>
            <a:ext cx="192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 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packet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9F4DA-2162-44CF-8F15-D73C6A36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1E82E-2DBB-48EC-93A5-86ADD167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F81FED-BB71-49CC-A939-A0614E77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385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20DA50-8686-4C3C-99A6-DAAD83AD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52800"/>
            <a:ext cx="192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Draft graph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</p:spTree>
    <p:extLst>
      <p:ext uri="{BB962C8B-B14F-4D97-AF65-F5344CB8AC3E}">
        <p14:creationId xmlns:p14="http://schemas.microsoft.com/office/powerpoint/2010/main" val="3718159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DEDE47-E80A-420B-9813-AD617B5C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66647-EB0D-4172-ABBC-3110C504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9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0CD226-1864-41F0-B809-D2A6768E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899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89900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81B01-868B-4814-81D1-A3EB8D1C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docs/mobile-graph-aware-image-draft-review.md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C386D8-6275-418A-8E54-509B3050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F0891-BF1B-4609-A640-EEB9F61A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7620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42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The human is the commit gate.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9FC7A-1F60-4272-9B47-66FD8C35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C7"/>
          </a:solidFill>
          <a:ln xmlns:a="http://schemas.openxmlformats.org/drawingml/2006/main" w="11430">
            <a:solidFill>
              <a:srgbClr val="E899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C5EEC-8303-4F93-A123-68A93050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543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75" b="1">
                <a:solidFill>
                  <a:srgbClr val="7A530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A5300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47313-EC43-44CC-B9A7-64E0CC8B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004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36C0-9947-4953-8343-360D5B43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BE951-CE5B-4419-8D2B-FECF202FB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B5576-72F1-47A8-A6A7-7D84F9C3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52800"/>
            <a:ext cx="192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Graph context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packet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8E1BC-FBFB-40C6-BB1C-4A83D9E7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004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1E5676-31CC-487E-81DE-9D69300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B7B53F-A5FC-40A4-9B20-4242A760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38500"/>
            <a:ext cx="2190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C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8E083-4E58-45F8-8261-B189C965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52800"/>
            <a:ext cx="192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Draft graph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800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C0E8F-394F-4F8D-85CC-AFCD8E04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004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D0AB09-3441-492D-AE46-DB954300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2900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C41764-D394-4AEC-9B2F-34150C7CE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7FFB22-FCD6-43BF-9740-E92E70B1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352800"/>
            <a:ext cx="116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17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Human</a:t>
            </a:r>
          </a:p>
          <a:p xmlns:a="http://schemas.openxmlformats.org/drawingml/2006/main">
            <a:pPr algn="ctr">
              <a:lnSpc>
                <a:spcPct val="95000"/>
              </a:lnSpc>
              <a:buNone/>
              <a:defRPr sz="17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commit</a:t>
            </a:r>
          </a:p>
        </p:txBody>
      </p:sp>
    </p:spTree>
    <p:extLst>
      <p:ext uri="{BB962C8B-B14F-4D97-AF65-F5344CB8AC3E}">
        <p14:creationId xmlns:p14="http://schemas.microsoft.com/office/powerpoint/2010/main" val="153954257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2100E9C-40D2-4D13-AE1F-1CB74BA0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455D2-EB90-4F93-BEA5-50FAEC64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7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A656C-9455-472C-A38B-C0E75C74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16231-3FE0-4A9A-B418-8CAA61B8C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97431-6150-47D7-8491-7B1C81D9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00800"/>
            <a:ext cx="552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0A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AA0A8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AE44B-18AD-4998-91EB-F6DA2680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90600"/>
            <a:ext cx="10096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0">
                <a:solidFill>
                  <a:srgbClr val="121417"/>
                </a:solidFill>
                <a:latin typeface="Aptos Display"/>
                <a:ea typeface="Aptos Display"/>
                <a:cs typeface="Aptos Display"/>
              </a:rPr>
              <a:t>Pilot one active project by logging its motivating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43A03-6C3A-4B4E-B60A-3B8BC12B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37F3ED-0776-463A-A273-8176DFAF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one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658670-42DB-4F45-863A-4F598CDA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33800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33A11-FEAE-461B-BB12-6FC40B96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623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057417-9753-4208-AFD2-159A8E83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37185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11430">
            <a:solidFill>
              <a:srgbClr val="0E8F7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C4E94-B212-4C82-A996-C649F0A2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486150"/>
            <a:ext cx="2590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0E8F7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E8F7E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1E436-2928-4C44-8F08-E387C113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1D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96998-F9E4-47AC-BB32-BCD2FCEE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228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5E1D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1D6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6EC93-B7A0-40E2-80DA-55BA8269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81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157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73C03-55AD-40DA-90BC-EF53AE87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86150"/>
            <a:ext cx="2114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  <a:defRPr sz="2025" b="1">
                <a:solidFill>
                  <a:srgbClr val="3157FF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3157FF"/>
                </a:solidFill>
                <a:latin typeface="Aptos"/>
                <a:ea typeface="Aptos"/>
                <a:cs typeface="Aptos"/>
              </a:rPr>
              <a:t>one real 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874C8-FDF7-4868-B12F-8E4DF77A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21970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Discussion: which project, what capture friction, what AI context do people re-paste?</a:t>
            </a:r>
          </a:p>
        </p:txBody>
      </p:sp>
    </p:spTree>
    <p:extLst>
      <p:ext uri="{BB962C8B-B14F-4D97-AF65-F5344CB8AC3E}">
        <p14:creationId xmlns:p14="http://schemas.microsoft.com/office/powerpoint/2010/main" val="19647414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2026-06-04T18:24:58.7410000Z</dcterms:created>
  <dcterms:modified xsi:type="dcterms:W3CDTF">2026-06-04T18:24:58.7410000Z</dcterms:modified>
</coreProperties>
</file>
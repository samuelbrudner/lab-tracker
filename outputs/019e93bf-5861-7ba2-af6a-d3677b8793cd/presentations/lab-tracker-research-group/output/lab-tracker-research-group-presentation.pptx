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b390b6f3b841fd" /><Relationship Type="http://schemas.openxmlformats.org/officeDocument/2006/relationships/extended-properties" Target="/docProps/app.xml" Id="Ref9b17658b284b1f" /><Relationship Type="http://schemas.openxmlformats.org/officeDocument/2006/relationships/officeDocument" Target="/ppt/presentation.xml" Id="Rc382d781ffcc4d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b7ea160a3b4f47"/>
  </p:sldMasterIdLst>
  <p:notesMasterIdLst>
    <p:notesMasterId xmlns:r="http://schemas.openxmlformats.org/officeDocument/2006/relationships" r:id="Rc1ecb05826984c13"/>
  </p:notesMasterIdLst>
  <p:sldIdLst>
    <p:sldId xmlns:r="http://schemas.openxmlformats.org/officeDocument/2006/relationships" id="256" r:id="R25f84b577bf04738"/>
    <p:sldId xmlns:r="http://schemas.openxmlformats.org/officeDocument/2006/relationships" id="257" r:id="R08adf93c11c8448d"/>
    <p:sldId xmlns:r="http://schemas.openxmlformats.org/officeDocument/2006/relationships" id="258" r:id="Rc0ef08946cb144c6"/>
    <p:sldId xmlns:r="http://schemas.openxmlformats.org/officeDocument/2006/relationships" id="259" r:id="R2ea60ac1b9204df3"/>
    <p:sldId xmlns:r="http://schemas.openxmlformats.org/officeDocument/2006/relationships" id="260" r:id="R343f113afaa64f92"/>
    <p:sldId xmlns:r="http://schemas.openxmlformats.org/officeDocument/2006/relationships" id="261" r:id="R628168c18b7c4483"/>
    <p:sldId xmlns:r="http://schemas.openxmlformats.org/officeDocument/2006/relationships" id="262" r:id="R7c4dc067a67a49ff"/>
    <p:sldId xmlns:r="http://schemas.openxmlformats.org/officeDocument/2006/relationships" id="263" r:id="R35c8b24618134af6"/>
    <p:sldId xmlns:r="http://schemas.openxmlformats.org/officeDocument/2006/relationships" id="264" r:id="Rcf8b8ace5d3c4eda"/>
    <p:sldId xmlns:r="http://schemas.openxmlformats.org/officeDocument/2006/relationships" id="265" r:id="Rbb9991d828dd4197"/>
    <p:sldId xmlns:r="http://schemas.openxmlformats.org/officeDocument/2006/relationships" id="266" r:id="R6d94e768f4234de4"/>
    <p:sldId xmlns:r="http://schemas.openxmlformats.org/officeDocument/2006/relationships" id="267" r:id="R1107762977b44473"/>
    <p:sldId xmlns:r="http://schemas.openxmlformats.org/officeDocument/2006/relationships" id="268" r:id="Rd28c3309ce124dcb"/>
    <p:sldId xmlns:r="http://schemas.openxmlformats.org/officeDocument/2006/relationships" id="269" r:id="R34ff1e87797444d8"/>
    <p:sldId xmlns:r="http://schemas.openxmlformats.org/officeDocument/2006/relationships" id="270" r:id="R8ab889d9ccf74991"/>
    <p:sldId xmlns:r="http://schemas.openxmlformats.org/officeDocument/2006/relationships" id="271" r:id="R177a5ebf14b3416e"/>
    <p:sldId xmlns:r="http://schemas.openxmlformats.org/officeDocument/2006/relationships" id="272" r:id="R668703f9267a4733"/>
    <p:sldId xmlns:r="http://schemas.openxmlformats.org/officeDocument/2006/relationships" id="273" r:id="Rf67b31a380fb4928"/>
    <p:sldId xmlns:r="http://schemas.openxmlformats.org/officeDocument/2006/relationships" id="274" r:id="R6f46b5ff076441af"/>
    <p:sldId xmlns:r="http://schemas.openxmlformats.org/officeDocument/2006/relationships" id="275" r:id="Rcf4ebcec40124e44"/>
    <p:sldId xmlns:r="http://schemas.openxmlformats.org/officeDocument/2006/relationships" id="276" r:id="Rf1a7427644e04b90"/>
    <p:sldId xmlns:r="http://schemas.openxmlformats.org/officeDocument/2006/relationships" id="277" r:id="R8c1a381f503341e0"/>
    <p:sldId xmlns:r="http://schemas.openxmlformats.org/officeDocument/2006/relationships" id="278" r:id="R8718d6f6f866448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86fd3fc5044d52" /><Relationship Type="http://schemas.openxmlformats.org/officeDocument/2006/relationships/slideMaster" Target="/ppt/slideMasters/slideMaster1.xml" Id="Rc9b7ea160a3b4f47" /><Relationship Type="http://schemas.openxmlformats.org/officeDocument/2006/relationships/notesMaster" Target="/ppt/notesMasters/notesMaster1.xml" Id="Rc1ecb05826984c13" /><Relationship Type="http://schemas.openxmlformats.org/officeDocument/2006/relationships/presProps" Target="/ppt/presProps.xml" Id="R21ba9c80a3ce461a" /><Relationship Type="http://schemas.openxmlformats.org/officeDocument/2006/relationships/viewProps" Target="/ppt/viewProps.xml" Id="R7b5282cc91b8464c" /><Relationship Type="http://schemas.openxmlformats.org/officeDocument/2006/relationships/tableStyles" Target="/ppt/tableStyles.xml" Id="R5632e9dd011e4f5f" /><Relationship Type="http://schemas.openxmlformats.org/officeDocument/2006/relationships/slide" Target="/ppt/slides/slide1.xml" Id="R25f84b577bf04738" /><Relationship Type="http://schemas.openxmlformats.org/officeDocument/2006/relationships/slide" Target="/ppt/slides/slide2.xml" Id="R08adf93c11c8448d" /><Relationship Type="http://schemas.openxmlformats.org/officeDocument/2006/relationships/slide" Target="/ppt/slides/slide3.xml" Id="Rc0ef08946cb144c6" /><Relationship Type="http://schemas.openxmlformats.org/officeDocument/2006/relationships/slide" Target="/ppt/slides/slide4.xml" Id="R2ea60ac1b9204df3" /><Relationship Type="http://schemas.openxmlformats.org/officeDocument/2006/relationships/slide" Target="/ppt/slides/slide5.xml" Id="R343f113afaa64f92" /><Relationship Type="http://schemas.openxmlformats.org/officeDocument/2006/relationships/slide" Target="/ppt/slides/slide6.xml" Id="R628168c18b7c4483" /><Relationship Type="http://schemas.openxmlformats.org/officeDocument/2006/relationships/slide" Target="/ppt/slides/slide7.xml" Id="R7c4dc067a67a49ff" /><Relationship Type="http://schemas.openxmlformats.org/officeDocument/2006/relationships/slide" Target="/ppt/slides/slide8.xml" Id="R35c8b24618134af6" /><Relationship Type="http://schemas.openxmlformats.org/officeDocument/2006/relationships/slide" Target="/ppt/slides/slide9.xml" Id="Rcf8b8ace5d3c4eda" /><Relationship Type="http://schemas.openxmlformats.org/officeDocument/2006/relationships/slide" Target="/ppt/slides/slide10.xml" Id="Rbb9991d828dd4197" /><Relationship Type="http://schemas.openxmlformats.org/officeDocument/2006/relationships/slide" Target="/ppt/slides/slide11.xml" Id="R6d94e768f4234de4" /><Relationship Type="http://schemas.openxmlformats.org/officeDocument/2006/relationships/slide" Target="/ppt/slides/slide12.xml" Id="R1107762977b44473" /><Relationship Type="http://schemas.openxmlformats.org/officeDocument/2006/relationships/slide" Target="/ppt/slides/slide13.xml" Id="Rd28c3309ce124dcb" /><Relationship Type="http://schemas.openxmlformats.org/officeDocument/2006/relationships/slide" Target="/ppt/slides/slide14.xml" Id="R34ff1e87797444d8" /><Relationship Type="http://schemas.openxmlformats.org/officeDocument/2006/relationships/slide" Target="/ppt/slides/slide15.xml" Id="R8ab889d9ccf74991" /><Relationship Type="http://schemas.openxmlformats.org/officeDocument/2006/relationships/slide" Target="/ppt/slides/slide16.xml" Id="R177a5ebf14b3416e" /><Relationship Type="http://schemas.openxmlformats.org/officeDocument/2006/relationships/slide" Target="/ppt/slides/slide17.xml" Id="R668703f9267a4733" /><Relationship Type="http://schemas.openxmlformats.org/officeDocument/2006/relationships/slide" Target="/ppt/slides/slide18.xml" Id="Rf67b31a380fb4928" /><Relationship Type="http://schemas.openxmlformats.org/officeDocument/2006/relationships/slide" Target="/ppt/slides/slide19.xml" Id="R6f46b5ff076441af" /><Relationship Type="http://schemas.openxmlformats.org/officeDocument/2006/relationships/slide" Target="/ppt/slides/slide20.xml" Id="Rcf4ebcec40124e44" /><Relationship Type="http://schemas.openxmlformats.org/officeDocument/2006/relationships/slide" Target="/ppt/slides/slide21.xml" Id="Rf1a7427644e04b90" /><Relationship Type="http://schemas.openxmlformats.org/officeDocument/2006/relationships/slide" Target="/ppt/slides/slide22.xml" Id="R8c1a381f503341e0" /><Relationship Type="http://schemas.openxmlformats.org/officeDocument/2006/relationships/slide" Target="/ppt/slides/slide23.xml" Id="R8718d6f6f86644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15c56653534c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bca0e274ba4456" /><Relationship Type="http://schemas.openxmlformats.org/officeDocument/2006/relationships/notesMaster" Target="/ppt/notesMasters/notesMaster1.xml" Id="R2715253ba3ed48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192d76ae6843b2" /><Relationship Type="http://schemas.openxmlformats.org/officeDocument/2006/relationships/notesMaster" Target="/ppt/notesMasters/notesMaster1.xml" Id="R58d1cbb5dec44b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c6ad00cc174b09" /><Relationship Type="http://schemas.openxmlformats.org/officeDocument/2006/relationships/notesMaster" Target="/ppt/notesMasters/notesMaster1.xml" Id="R44cbcce753b84e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14ea4dcf71485f" /><Relationship Type="http://schemas.openxmlformats.org/officeDocument/2006/relationships/notesMaster" Target="/ppt/notesMasters/notesMaster1.xml" Id="Rbf0c8d9712e746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0775ab58fc4140" /><Relationship Type="http://schemas.openxmlformats.org/officeDocument/2006/relationships/notesMaster" Target="/ppt/notesMasters/notesMaster1.xml" Id="R680f0896f63c40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061732da7d47f2" /><Relationship Type="http://schemas.openxmlformats.org/officeDocument/2006/relationships/notesMaster" Target="/ppt/notesMasters/notesMaster1.xml" Id="Rb051edf5bbf14b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fa53e64970425f" /><Relationship Type="http://schemas.openxmlformats.org/officeDocument/2006/relationships/notesMaster" Target="/ppt/notesMasters/notesMaster1.xml" Id="R42406d8149fc48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a006a024224eda" /><Relationship Type="http://schemas.openxmlformats.org/officeDocument/2006/relationships/notesMaster" Target="/ppt/notesMasters/notesMaster1.xml" Id="Ra51652304b3b48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b7c504f2274bcf" /><Relationship Type="http://schemas.openxmlformats.org/officeDocument/2006/relationships/notesMaster" Target="/ppt/notesMasters/notesMaster1.xml" Id="Rac58dd6707c04df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2f9ea3a528f47b7" /><Relationship Type="http://schemas.openxmlformats.org/officeDocument/2006/relationships/notesMaster" Target="/ppt/notesMasters/notesMaster1.xml" Id="R4f72a79d02364a4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00b68d7f454308" /><Relationship Type="http://schemas.openxmlformats.org/officeDocument/2006/relationships/notesMaster" Target="/ppt/notesMasters/notesMaster1.xml" Id="Rf80635d010d94d6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0b480eb98a249aa" /><Relationship Type="http://schemas.openxmlformats.org/officeDocument/2006/relationships/notesMaster" Target="/ppt/notesMasters/notesMaster1.xml" Id="R5b7ef34b8172444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e9cce03fe484ff0" /><Relationship Type="http://schemas.openxmlformats.org/officeDocument/2006/relationships/notesMaster" Target="/ppt/notesMasters/notesMaster1.xml" Id="Rcd673f86aee7461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a5336763a86417c" /><Relationship Type="http://schemas.openxmlformats.org/officeDocument/2006/relationships/notesMaster" Target="/ppt/notesMasters/notesMaster1.xml" Id="Rf1498807d9ea457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8f0e38a91ff4757" /><Relationship Type="http://schemas.openxmlformats.org/officeDocument/2006/relationships/notesMaster" Target="/ppt/notesMasters/notesMaster1.xml" Id="R8bce386a4dbf47f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4c3f4b315cf4a24" /><Relationship Type="http://schemas.openxmlformats.org/officeDocument/2006/relationships/notesMaster" Target="/ppt/notesMasters/notesMaster1.xml" Id="Re2d9e5845bae48a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29f1125def5451b" /><Relationship Type="http://schemas.openxmlformats.org/officeDocument/2006/relationships/notesMaster" Target="/ppt/notesMasters/notesMaster1.xml" Id="Ra33aaa97f98f4d9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6767166634043cf" /><Relationship Type="http://schemas.openxmlformats.org/officeDocument/2006/relationships/notesMaster" Target="/ppt/notesMasters/notesMaster1.xml" Id="Ra064c89236c94b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f16c2c0b10a46cc" /><Relationship Type="http://schemas.openxmlformats.org/officeDocument/2006/relationships/notesMaster" Target="/ppt/notesMasters/notesMaster1.xml" Id="R9ec074950d88426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32eb7ecef7f432a" /><Relationship Type="http://schemas.openxmlformats.org/officeDocument/2006/relationships/notesMaster" Target="/ppt/notesMasters/notesMaster1.xml" Id="R1abe13fbe1d247f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d972fb076bb4267" /><Relationship Type="http://schemas.openxmlformats.org/officeDocument/2006/relationships/notesMaster" Target="/ppt/notesMasters/notesMaster1.xml" Id="Rcedb8252575b4b5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4d39880bb3445c4" /><Relationship Type="http://schemas.openxmlformats.org/officeDocument/2006/relationships/notesMaster" Target="/ppt/notesMasters/notesMaster1.xml" Id="R40e449ccebe04ef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b2d02f178c94df2" /><Relationship Type="http://schemas.openxmlformats.org/officeDocument/2006/relationships/notesMaster" Target="/ppt/notesMasters/notesMaster1.xml" Id="Re060ecd1902544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45c006379a47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d506999acd45d8" /><Relationship Type="http://schemas.openxmlformats.org/officeDocument/2006/relationships/slideLayout" Target="/ppt/slideLayouts/slideLayout1.xml" Id="R2cb364a96b9641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b364a96b9641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9e6ce5a1ef4906" /><Relationship Type="http://schemas.openxmlformats.org/officeDocument/2006/relationships/notesSlide" Target="/ppt/notesSlides/notesSlide1.xml" Id="R11da3df9359a47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d2a2f52d447d4" /><Relationship Type="http://schemas.openxmlformats.org/officeDocument/2006/relationships/notesSlide" Target="/ppt/notesSlides/notesSlide2.xml" Id="R35582e59b92746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40c63dbc404093" /><Relationship Type="http://schemas.openxmlformats.org/officeDocument/2006/relationships/notesSlide" Target="/ppt/notesSlides/notesSlide3.xml" Id="R69b578ffdbbe45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7f82ccc65437e" /><Relationship Type="http://schemas.openxmlformats.org/officeDocument/2006/relationships/notesSlide" Target="/ppt/notesSlides/notesSlide4.xml" Id="Re42859e47f0449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a36d6608146db" /><Relationship Type="http://schemas.openxmlformats.org/officeDocument/2006/relationships/notesSlide" Target="/ppt/notesSlides/notesSlide5.xml" Id="Rf54c82146cbb4e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560f0e9b34d2b" /><Relationship Type="http://schemas.openxmlformats.org/officeDocument/2006/relationships/notesSlide" Target="/ppt/notesSlides/notesSlide6.xml" Id="Rca09b091002c49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33484d95045df" /><Relationship Type="http://schemas.openxmlformats.org/officeDocument/2006/relationships/notesSlide" Target="/ppt/notesSlides/notesSlide7.xml" Id="R0a547ce8bfaf45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4faa3d6091490a" /><Relationship Type="http://schemas.openxmlformats.org/officeDocument/2006/relationships/notesSlide" Target="/ppt/notesSlides/notesSlide8.xml" Id="R56e10b7511754a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1cde5d8eff4518" /><Relationship Type="http://schemas.openxmlformats.org/officeDocument/2006/relationships/notesSlide" Target="/ppt/notesSlides/notesSlide9.xml" Id="R0de919c56aa14be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e67ab20ae8498c" /><Relationship Type="http://schemas.openxmlformats.org/officeDocument/2006/relationships/notesSlide" Target="/ppt/notesSlides/notesSlide10.xml" Id="R4add696f1ab54f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cf4fb186a24e77" /><Relationship Type="http://schemas.openxmlformats.org/officeDocument/2006/relationships/notesSlide" Target="/ppt/notesSlides/notesSlide11.xml" Id="Ra04049e13338479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4199ead9d42f3" /><Relationship Type="http://schemas.openxmlformats.org/officeDocument/2006/relationships/notesSlide" Target="/ppt/notesSlides/notesSlide12.xml" Id="R8812f965339943f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e9dddff0c4fec" /><Relationship Type="http://schemas.openxmlformats.org/officeDocument/2006/relationships/notesSlide" Target="/ppt/notesSlides/notesSlide13.xml" Id="R9f4b81d5ede34fb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bd9951df354446" /><Relationship Type="http://schemas.openxmlformats.org/officeDocument/2006/relationships/notesSlide" Target="/ppt/notesSlides/notesSlide14.xml" Id="R091b477d895c4f0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1eeca83f64724" /><Relationship Type="http://schemas.openxmlformats.org/officeDocument/2006/relationships/notesSlide" Target="/ppt/notesSlides/notesSlide15.xml" Id="R720420797fb6499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61a209b5bb4c69" /><Relationship Type="http://schemas.openxmlformats.org/officeDocument/2006/relationships/notesSlide" Target="/ppt/notesSlides/notesSlide16.xml" Id="R4634230b13184f1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2ac8aac4734ce8" /><Relationship Type="http://schemas.openxmlformats.org/officeDocument/2006/relationships/notesSlide" Target="/ppt/notesSlides/notesSlide17.xml" Id="Redbd6a0e1432462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eb7c9131f42b1" /><Relationship Type="http://schemas.openxmlformats.org/officeDocument/2006/relationships/notesSlide" Target="/ppt/notesSlides/notesSlide18.xml" Id="R7fe8c2a756c04d9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555be4279b4d99" /><Relationship Type="http://schemas.openxmlformats.org/officeDocument/2006/relationships/notesSlide" Target="/ppt/notesSlides/notesSlide19.xml" Id="R152de4e5139a452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e237037f344a3" /><Relationship Type="http://schemas.openxmlformats.org/officeDocument/2006/relationships/notesSlide" Target="/ppt/notesSlides/notesSlide20.xml" Id="Ref559a9c345e409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69819180a94a45" /><Relationship Type="http://schemas.openxmlformats.org/officeDocument/2006/relationships/notesSlide" Target="/ppt/notesSlides/notesSlide21.xml" Id="R1199e915779f464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db51212e44a02" /><Relationship Type="http://schemas.openxmlformats.org/officeDocument/2006/relationships/notesSlide" Target="/ppt/notesSlides/notesSlide22.xml" Id="R7ba71b1e84f14af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ac07fc68f4741" /><Relationship Type="http://schemas.openxmlformats.org/officeDocument/2006/relationships/notesSlide" Target="/ppt/notesSlides/notesSlide23.xml" Id="R366eb81eb005426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6FB9B4E-50C1-4C08-97F6-B2D8E2D8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3921F3B1-614B-4B49-B795-6A3EE953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BF3C204-1FB9-4E46-A909-087F2C9A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Lab Tracker: preserving experimental rationale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B1647A8-87D3-48F9-8978-1A56CA78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00450"/>
            <a:ext cx="590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Questions -&gt; evidence -&gt; claims -&gt; figures</a:t>
            </a:r>
          </a:p>
        </p:txBody>
      </p:sp>
      <p:sp>
        <p:nvSpPr>
          <p:cNvPr id="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5404F540-06C6-4296-9F13-CFA344E0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2314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12D4B38A-4183-4E06-909F-E9EC9895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0045" y="23393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AF40ED8A-D4FC-4F25-8FCD-6C91631D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065" y="23641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61C0564-0DE4-4F7A-9521-CC968011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0085" y="23888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7F49C64D-6DF7-4FEC-9D6A-188F0BF2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0105" y="24136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65D6D0D8-8EA9-467E-AD69-1BC38187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4384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E59EEEB8-B38D-48F6-B2C7-FD15D34C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145" y="24631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0EC210B3-9F1B-4700-9847-63FC5137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0165" y="24879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7A18F73-F0BB-46FD-8E2F-86A58AF7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0185" y="25126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93CABF7E-16AB-4ED4-8C4C-A9D4A410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0205" y="25374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08C9B9FA-5649-44DD-ABCD-E377A303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5622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516073FD-472B-40D4-8281-3CE769CA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2314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626B28E5-0B7E-48B3-AC3A-EDFF29DA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441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9FCF6B7F-69CA-46FC-8099-DA143A66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5736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7D408C4-6216-4ABB-A400-676919AB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031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46858551-69FE-4479-9976-66939676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327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954BBCD3-B515-4CD5-BE44-3BEE3B30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62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46597617-6BE6-49AF-8D12-3D243FEE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918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286C6862-8070-4274-8F6F-8FA1A97D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213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C029B15E-7749-453E-9D7C-DC23D527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3508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F1F4CE14-24A3-4F6C-A818-240C8D1D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804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AC00588E-411A-4F8E-ACC5-41B39837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609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3C12919A-74E7-4809-965E-2D88F760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5622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65656676-92B0-44F8-9D53-3DB82FED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6917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0A7BB4D9-1C4D-44AE-AE12-3590D77D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821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2A03C9A3-37F9-420C-AE85-A9916387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9508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1BF8CFFA-90CD-430E-A14D-5AE381EB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0803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8EA38CE5-30BE-49C4-9BCF-D1D62F66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3209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E8D4EB70-4844-44AB-9C53-6F47CCEE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3394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716F0876-4DED-4EF9-B59B-A5EAA552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4690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0BA6DE2C-038F-404B-93DE-46DFCA06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5985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0E7D29FD-D830-435D-91FD-6D0E014D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7280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81E0AF2E-FD7B-453F-8389-8DC0AE07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3857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814D549D-29FD-42B1-8C44-3556A96F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609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7ACE7DA5-A10A-4D27-B431-12F806AD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7770" y="36347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4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1B110743-A54A-45BE-A711-B1BA94CB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265" y="36595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4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01D8ADD8-7C22-4105-9F24-8A083AF1C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36842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4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4ECA12D7-AE4F-4C8F-B904-A7983E119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9255" y="37090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4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D65572EB-91F5-44A8-892A-FDFAA1D9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33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4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200FC48D-6C28-401D-BD10-15B3D627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37585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4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6907067D-0A71-4789-8C0A-47867C12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0740" y="37833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4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08E51F73-E83C-4151-A6CE-8E00E665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1235" y="38080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4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4EED5AAD-AE60-4F62-97C7-6E799DDE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730" y="38328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4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FC74ACDD-FCF1-488C-B4B9-E5CC1CDA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3857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49" name="motif-node-0">
            <a:extLst xmlns:a="http://schemas.openxmlformats.org/drawingml/2006/main">
              <a:ext uri="{FF2B5EF4-FFF2-40B4-BE49-F238E27FC236}">
                <a16:creationId xmlns:a16="http://schemas.microsoft.com/office/drawing/2014/main" id="{D958B62D-F244-4174-A34C-6F434B51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526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9525">
            <a:solidFill>
              <a:srgbClr val="2F5F6F"/>
            </a:solidFill>
            <a:prstDash val="solid"/>
          </a:ln>
        </p:spPr>
      </p:sp>
      <p:sp>
        <p:nvSpPr>
          <p:cNvPr id="50" name="motif-node-1">
            <a:extLst xmlns:a="http://schemas.openxmlformats.org/drawingml/2006/main">
              <a:ext uri="{FF2B5EF4-FFF2-40B4-BE49-F238E27FC236}">
                <a16:creationId xmlns:a16="http://schemas.microsoft.com/office/drawing/2014/main" id="{DF889024-EC1D-46BC-9D37-79926E8D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4003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E2428"/>
            </a:solidFill>
            <a:prstDash val="solid"/>
          </a:ln>
        </p:spPr>
      </p:sp>
      <p:sp>
        <p:nvSpPr>
          <p:cNvPr id="51" name="motif-node-2">
            <a:extLst xmlns:a="http://schemas.openxmlformats.org/drawingml/2006/main">
              <a:ext uri="{FF2B5EF4-FFF2-40B4-BE49-F238E27FC236}">
                <a16:creationId xmlns:a16="http://schemas.microsoft.com/office/drawing/2014/main" id="{12EC3485-0C80-4F58-8EBB-35E5A6EC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480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E2428"/>
            </a:solidFill>
            <a:prstDash val="solid"/>
          </a:ln>
        </p:spPr>
      </p:sp>
      <p:sp>
        <p:nvSpPr>
          <p:cNvPr id="52" name="motif-node-3">
            <a:extLst xmlns:a="http://schemas.openxmlformats.org/drawingml/2006/main">
              <a:ext uri="{FF2B5EF4-FFF2-40B4-BE49-F238E27FC236}">
                <a16:creationId xmlns:a16="http://schemas.microsoft.com/office/drawing/2014/main" id="{38B396F4-A9FA-429A-ADF5-3B5148F5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6957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E2428"/>
            </a:solidFill>
            <a:prstDash val="solid"/>
          </a:ln>
        </p:spPr>
      </p:sp>
      <p:sp>
        <p:nvSpPr>
          <p:cNvPr id="53" name="source-note">
            <a:extLst xmlns:a="http://schemas.openxmlformats.org/drawingml/2006/main">
              <a:ext uri="{FF2B5EF4-FFF2-40B4-BE49-F238E27FC236}">
                <a16:creationId xmlns:a16="http://schemas.microsoft.com/office/drawing/2014/main" id="{763BB32C-9505-4897-AF03-491AE4BE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BDF2428-AADE-4187-BC69-687C3F49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3704828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FE3D255-CD46-48B1-889C-5B920BF2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1DFEE6B-3430-49AE-9020-7DE8B8A3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CORE PREMISE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485EE61C-C500-4F84-A845-3F05A55A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1C52D0CF-C497-41E5-9827-76D00E46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E83A597-7DCA-41B6-A7EA-CC50CBD72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910547F7-EE2A-4297-9707-1D44929F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A useful record includes why an experiment was done.</a:t>
            </a:r>
          </a:p>
        </p:txBody>
      </p:sp>
      <p:sp>
        <p:nvSpPr>
          <p:cNvPr id="7" name="box-what happened">
            <a:extLst xmlns:a="http://schemas.openxmlformats.org/drawingml/2006/main">
              <a:ext uri="{FF2B5EF4-FFF2-40B4-BE49-F238E27FC236}">
                <a16:creationId xmlns:a16="http://schemas.microsoft.com/office/drawing/2014/main" id="{201DD53F-968F-4015-85D8-26020E7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10000"/>
            <a:ext cx="2286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what happened">
            <a:extLst xmlns:a="http://schemas.openxmlformats.org/drawingml/2006/main">
              <a:ext uri="{FF2B5EF4-FFF2-40B4-BE49-F238E27FC236}">
                <a16:creationId xmlns:a16="http://schemas.microsoft.com/office/drawing/2014/main" id="{4E845025-58D3-4F6F-84E7-E5653FF9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29075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what happened</a:t>
            </a:r>
          </a:p>
        </p:txBody>
      </p:sp>
      <p:sp>
        <p:nvSpPr>
          <p:cNvPr id="9" name="box-why it happened">
            <a:extLst xmlns:a="http://schemas.openxmlformats.org/drawingml/2006/main">
              <a:ext uri="{FF2B5EF4-FFF2-40B4-BE49-F238E27FC236}">
                <a16:creationId xmlns:a16="http://schemas.microsoft.com/office/drawing/2014/main" id="{5ABBE625-B3E1-44B9-B6F1-9464E349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10000"/>
            <a:ext cx="2286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0" name="label-why it happened">
            <a:extLst xmlns:a="http://schemas.openxmlformats.org/drawingml/2006/main">
              <a:ext uri="{FF2B5EF4-FFF2-40B4-BE49-F238E27FC236}">
                <a16:creationId xmlns:a16="http://schemas.microsoft.com/office/drawing/2014/main" id="{C2759317-BCF5-4D38-B36D-C8F7AB58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29075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why it happened</a:t>
            </a:r>
          </a:p>
        </p:txBody>
      </p:sp>
      <p:sp>
        <p:nvSpPr>
          <p:cNvPr id="11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6F59CAD5-465F-4DA2-99AC-E7BD59BE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290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310118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300CD8B-CA87-468E-95C4-F3BF1D6B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865E9D6-1912-49E8-A615-BD7A3F28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1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DBA3FBCB-7C03-415C-A9F6-0BEC8419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1771132-608F-42F8-9B0F-741650AE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70AE35E-BB6D-46BC-9D25-53C2D15A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4CE95EB7-DF1A-4E8E-BCCB-8B272CCB6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A filename can identify a session, but not the question it addressed.</a:t>
            </a:r>
          </a:p>
        </p:txBody>
      </p:sp>
      <p:sp>
        <p:nvSpPr>
          <p:cNvPr id="7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513E2034-A406-4E7B-AEFD-EF891142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14750"/>
            <a:ext cx="285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12786CEE-8EF4-4E7E-8050-89A4B863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943350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session_0427.zarr</a:t>
            </a:r>
          </a:p>
        </p:txBody>
      </p:sp>
      <p:sp>
        <p:nvSpPr>
          <p:cNvPr id="9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D222EFEA-EDEF-43B7-8392-54741303E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67175"/>
            <a:ext cx="1162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0" name="unknown-question">
            <a:extLst xmlns:a="http://schemas.openxmlformats.org/drawingml/2006/main">
              <a:ext uri="{FF2B5EF4-FFF2-40B4-BE49-F238E27FC236}">
                <a16:creationId xmlns:a16="http://schemas.microsoft.com/office/drawing/2014/main" id="{3FB1CE37-EDFB-49F4-9191-42ED1085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14750"/>
            <a:ext cx="533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1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A8E41EAC-E459-41C3-A148-C0153A92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14750"/>
            <a:ext cx="2857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1430">
            <a:solidFill>
              <a:srgbClr val="E1DED4"/>
            </a:solidFill>
            <a:prstDash val="solid"/>
          </a:ln>
        </p:spPr>
      </p:sp>
      <p:sp>
        <p:nvSpPr>
          <p:cNvPr id="12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A35E4C49-C98A-41DA-9790-298719AE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43350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</p:spTree>
    <p:extLst>
      <p:ext uri="{BB962C8B-B14F-4D97-AF65-F5344CB8AC3E}">
        <p14:creationId xmlns:p14="http://schemas.microsoft.com/office/powerpoint/2010/main" val="20360498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0736712-8208-408D-820D-E7417F6A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7A1DED2-CA4D-4219-B4EF-B7A615AC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1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D2D0D24F-B501-4ED1-9393-C270093C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5E203E64-373D-432D-A322-EF3337F4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F900C4D-0591-4ABA-81C4-DACA4C16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4C497CF6-374A-454A-8BC3-04745507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When rationale is not recorded, later interpretation depends on memory.</a:t>
            </a:r>
          </a:p>
        </p:txBody>
      </p:sp>
      <p:sp>
        <p:nvSpPr>
          <p:cNvPr id="7" name="box-note">
            <a:extLst xmlns:a="http://schemas.openxmlformats.org/drawingml/2006/main">
              <a:ext uri="{FF2B5EF4-FFF2-40B4-BE49-F238E27FC236}">
                <a16:creationId xmlns:a16="http://schemas.microsoft.com/office/drawing/2014/main" id="{DA6E10C5-CED4-44F0-9562-CAF25D3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76650"/>
            <a:ext cx="2095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note">
            <a:extLst xmlns:a="http://schemas.openxmlformats.org/drawingml/2006/main">
              <a:ext uri="{FF2B5EF4-FFF2-40B4-BE49-F238E27FC236}">
                <a16:creationId xmlns:a16="http://schemas.microsoft.com/office/drawing/2014/main" id="{913A2B4E-85C7-4604-B244-17BD3813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86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note</a:t>
            </a:r>
          </a:p>
        </p:txBody>
      </p:sp>
      <p:sp>
        <p:nvSpPr>
          <p:cNvPr id="9" name="box-meeting">
            <a:extLst xmlns:a="http://schemas.openxmlformats.org/drawingml/2006/main">
              <a:ext uri="{FF2B5EF4-FFF2-40B4-BE49-F238E27FC236}">
                <a16:creationId xmlns:a16="http://schemas.microsoft.com/office/drawing/2014/main" id="{9048775D-383E-410C-A3D3-93DD0730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76650"/>
            <a:ext cx="2095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0" name="label-meeting">
            <a:extLst xmlns:a="http://schemas.openxmlformats.org/drawingml/2006/main">
              <a:ext uri="{FF2B5EF4-FFF2-40B4-BE49-F238E27FC236}">
                <a16:creationId xmlns:a16="http://schemas.microsoft.com/office/drawing/2014/main" id="{5060D70C-EAC4-4A27-819E-DAA44B44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86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meeting</a:t>
            </a:r>
          </a:p>
        </p:txBody>
      </p:sp>
      <p:sp>
        <p:nvSpPr>
          <p:cNvPr id="11" name="box-figure">
            <a:extLst xmlns:a="http://schemas.openxmlformats.org/drawingml/2006/main">
              <a:ext uri="{FF2B5EF4-FFF2-40B4-BE49-F238E27FC236}">
                <a16:creationId xmlns:a16="http://schemas.microsoft.com/office/drawing/2014/main" id="{30188D32-8742-48F8-9BE9-570928ED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76650"/>
            <a:ext cx="2095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2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E7753103-2CCC-4922-A10E-D823A261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86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figure</a:t>
            </a:r>
          </a:p>
        </p:txBody>
      </p:sp>
      <p:sp>
        <p:nvSpPr>
          <p:cNvPr id="13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1B25F6EA-2926-4D2B-8A35-75354F19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10025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DED4"/>
          </a:solidFill>
          <a:ln xmlns:a="http://schemas.openxmlformats.org/drawingml/2006/main" w="0">
            <a:solidFill>
              <a:srgbClr val="E1DED4"/>
            </a:solidFill>
            <a:prstDash val="solid"/>
          </a:ln>
        </p:spPr>
      </p:sp>
      <p:sp>
        <p:nvSpPr>
          <p:cNvPr id="14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B63E0824-DA36-4539-AAFB-10792F54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10025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DED4"/>
          </a:solidFill>
          <a:ln xmlns:a="http://schemas.openxmlformats.org/drawingml/2006/main" w="0">
            <a:solidFill>
              <a:srgbClr val="E1DED4"/>
            </a:solidFill>
            <a:prstDash val="solid"/>
          </a:ln>
        </p:spPr>
      </p:sp>
      <p:sp>
        <p:nvSpPr>
          <p:cNvPr id="15" name="small-label-The link between them is often implicit.">
            <a:extLst xmlns:a="http://schemas.openxmlformats.org/drawingml/2006/main">
              <a:ext uri="{FF2B5EF4-FFF2-40B4-BE49-F238E27FC236}">
                <a16:creationId xmlns:a16="http://schemas.microsoft.com/office/drawing/2014/main" id="{8A36BD8C-F0F0-411F-8A5D-CE88046E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648200"/>
            <a:ext cx="723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The link between them is often implicit.</a:t>
            </a:r>
          </a:p>
        </p:txBody>
      </p:sp>
    </p:spTree>
    <p:extLst>
      <p:ext uri="{BB962C8B-B14F-4D97-AF65-F5344CB8AC3E}">
        <p14:creationId xmlns:p14="http://schemas.microsoft.com/office/powerpoint/2010/main" val="12482655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97B5E14-A2DA-4783-BBA9-25C74066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3531FA7-58A7-4841-825D-84AE7929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FBFD74BC-043A-4565-B4A3-1058060D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449CCE85-742D-44D3-8700-0870D948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033E52E-56FC-41E9-9EC1-812875CC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AC79D128-7687-42D1-A28C-A91AA6F8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The model can reason, but it does not know which scientific questions are motivating the lab.</a:t>
            </a:r>
          </a:p>
        </p:txBody>
      </p:sp>
      <p:sp>
        <p:nvSpPr>
          <p:cNvPr id="7" name="box-model">
            <a:extLst xmlns:a="http://schemas.openxmlformats.org/drawingml/2006/main">
              <a:ext uri="{FF2B5EF4-FFF2-40B4-BE49-F238E27FC236}">
                <a16:creationId xmlns:a16="http://schemas.microsoft.com/office/drawing/2014/main" id="{5A17552E-FFE0-4EAD-A057-DAAD03F2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695700"/>
            <a:ext cx="2381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model">
            <a:extLst xmlns:a="http://schemas.openxmlformats.org/drawingml/2006/main">
              <a:ext uri="{FF2B5EF4-FFF2-40B4-BE49-F238E27FC236}">
                <a16:creationId xmlns:a16="http://schemas.microsoft.com/office/drawing/2014/main" id="{B1F1958B-6CEB-4870-B23F-6C77928F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33825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9" name="box-lab questions">
            <a:extLst xmlns:a="http://schemas.openxmlformats.org/drawingml/2006/main">
              <a:ext uri="{FF2B5EF4-FFF2-40B4-BE49-F238E27FC236}">
                <a16:creationId xmlns:a16="http://schemas.microsoft.com/office/drawing/2014/main" id="{044D0F30-1F97-48DF-AC57-897C652E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695700"/>
            <a:ext cx="3048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1430">
            <a:solidFill>
              <a:srgbClr val="E1DED4"/>
            </a:solidFill>
            <a:prstDash val="solid"/>
          </a:ln>
        </p:spPr>
      </p:sp>
      <p:sp>
        <p:nvSpPr>
          <p:cNvPr id="10" name="label-lab questions">
            <a:extLst xmlns:a="http://schemas.openxmlformats.org/drawingml/2006/main">
              <a:ext uri="{FF2B5EF4-FFF2-40B4-BE49-F238E27FC236}">
                <a16:creationId xmlns:a16="http://schemas.microsoft.com/office/drawing/2014/main" id="{41BBEEA7-1951-4383-A5FC-F0E6CBC0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933825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lab questions</a:t>
            </a:r>
          </a:p>
        </p:txBody>
      </p:sp>
      <p:sp>
        <p:nvSpPr>
          <p:cNvPr id="11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AF02BACE-5184-46E2-8FB1-CAAA0E12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57650"/>
            <a:ext cx="1657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DED4"/>
          </a:solidFill>
          <a:ln xmlns:a="http://schemas.openxmlformats.org/drawingml/2006/main" w="0">
            <a:solidFill>
              <a:srgbClr val="E1DED4"/>
            </a:solidFill>
            <a:prstDash val="solid"/>
          </a:ln>
        </p:spPr>
      </p:sp>
      <p:sp>
        <p:nvSpPr>
          <p:cNvPr id="12" name="context-gap">
            <a:extLst xmlns:a="http://schemas.openxmlformats.org/drawingml/2006/main">
              <a:ext uri="{FF2B5EF4-FFF2-40B4-BE49-F238E27FC236}">
                <a16:creationId xmlns:a16="http://schemas.microsoft.com/office/drawing/2014/main" id="{CCB2F0B0-D7C6-49EC-B09E-9B669020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647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5790791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0D1CADC-ED95-49DD-A3C2-8A47178F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DA08EAB-A8AB-4245-89E0-53E576CF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340FCA5-D6C2-45C7-A4A0-7D87A6A3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5DA1D7AE-DE1D-4D5C-9F67-8685CAD6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670D441-3E51-44EE-B92B-5981582A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690A455C-33EA-423A-BF46-4D6EC0AC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The relevant context is a hierarchy of questions.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70D98C35-C889-4FB9-AEDF-F8787280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813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ADF6BFC8-C75F-43F9-BF1D-5E0388AB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52800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connector-vertical">
            <a:extLst xmlns:a="http://schemas.openxmlformats.org/drawingml/2006/main">
              <a:ext uri="{FF2B5EF4-FFF2-40B4-BE49-F238E27FC236}">
                <a16:creationId xmlns:a16="http://schemas.microsoft.com/office/drawing/2014/main" id="{3661E1BE-7B44-430A-838E-C0E0A4EF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71900"/>
            <a:ext cx="1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0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A55F5431-D015-49DB-B3A6-5AA5060C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95750"/>
            <a:ext cx="5924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1" name="connector-vertical">
            <a:extLst xmlns:a="http://schemas.openxmlformats.org/drawingml/2006/main">
              <a:ext uri="{FF2B5EF4-FFF2-40B4-BE49-F238E27FC236}">
                <a16:creationId xmlns:a16="http://schemas.microsoft.com/office/drawing/2014/main" id="{07CCADCE-7FF9-425B-9A44-A0CBA204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9575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2" name="connector-vertical">
            <a:extLst xmlns:a="http://schemas.openxmlformats.org/drawingml/2006/main">
              <a:ext uri="{FF2B5EF4-FFF2-40B4-BE49-F238E27FC236}">
                <a16:creationId xmlns:a16="http://schemas.microsoft.com/office/drawing/2014/main" id="{F6A8F62D-591E-45D8-A11A-CE78964A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9575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3" name="connector-vertical">
            <a:extLst xmlns:a="http://schemas.openxmlformats.org/drawingml/2006/main">
              <a:ext uri="{FF2B5EF4-FFF2-40B4-BE49-F238E27FC236}">
                <a16:creationId xmlns:a16="http://schemas.microsoft.com/office/drawing/2014/main" id="{171F7D95-F70E-4412-B09C-BD7F7195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95750"/>
            <a:ext cx="19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4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BD9256C7-EE31-44C5-BA12-FCE1F1F3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81500"/>
            <a:ext cx="2362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5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4880A32B-D317-4202-BAB3-0BB8E5ED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53390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6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DD8EB5EC-470E-4442-B16C-CEF20853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81500"/>
            <a:ext cx="2362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7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D9E9714B-4A4C-4E6D-A699-06862847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3390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8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C59EB21E-AC07-46ED-B7BC-0E32ED10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81500"/>
            <a:ext cx="2362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9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B1BDB888-D383-444B-9A13-7D31468A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33900"/>
            <a:ext cx="2019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</p:spTree>
    <p:extLst>
      <p:ext uri="{BB962C8B-B14F-4D97-AF65-F5344CB8AC3E}">
        <p14:creationId xmlns:p14="http://schemas.microsoft.com/office/powerpoint/2010/main" val="12542220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B7E02840-42AD-4234-803E-1FB1078F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004C977-20A9-4290-843B-C71F6352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6ED250BD-ED04-4528-9040-2A9AF1E6D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B99356A5-D56D-40FA-978C-E11B74E4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934B3CB-9C02-4587-8538-367DB929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53860848-6DE4-45E9-9156-3241F59B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Without that hierarchy, plausible output can be irrelevant to the active question.</a:t>
            </a:r>
          </a:p>
        </p:txBody>
      </p:sp>
      <p:sp>
        <p:nvSpPr>
          <p:cNvPr id="7" name="box-plausible output">
            <a:extLst xmlns:a="http://schemas.openxmlformats.org/drawingml/2006/main">
              <a:ext uri="{FF2B5EF4-FFF2-40B4-BE49-F238E27FC236}">
                <a16:creationId xmlns:a16="http://schemas.microsoft.com/office/drawing/2014/main" id="{33CD7BDF-A9CF-4240-B5BA-A6FAF146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33800"/>
            <a:ext cx="285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plausible output">
            <a:extLst xmlns:a="http://schemas.openxmlformats.org/drawingml/2006/main">
              <a:ext uri="{FF2B5EF4-FFF2-40B4-BE49-F238E27FC236}">
                <a16:creationId xmlns:a16="http://schemas.microsoft.com/office/drawing/2014/main" id="{0E26D497-5A2C-4857-A389-1A24C196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943350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plausible output</a:t>
            </a:r>
          </a:p>
        </p:txBody>
      </p:sp>
      <p:sp>
        <p:nvSpPr>
          <p:cNvPr id="9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E1189147-509A-4D85-A1B1-CFE1980A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67175"/>
            <a:ext cx="171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DED4"/>
          </a:solidFill>
          <a:ln xmlns:a="http://schemas.openxmlformats.org/drawingml/2006/main" w="0">
            <a:solidFill>
              <a:srgbClr val="E1DED4"/>
            </a:solidFill>
            <a:prstDash val="solid"/>
          </a:ln>
        </p:spPr>
      </p:sp>
      <p:sp>
        <p:nvSpPr>
          <p:cNvPr id="10" name="box-active question">
            <a:extLst xmlns:a="http://schemas.openxmlformats.org/drawingml/2006/main">
              <a:ext uri="{FF2B5EF4-FFF2-40B4-BE49-F238E27FC236}">
                <a16:creationId xmlns:a16="http://schemas.microsoft.com/office/drawing/2014/main" id="{8870CF0A-B87A-41C2-AA48-A6DF1D4B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33800"/>
            <a:ext cx="304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1430">
            <a:solidFill>
              <a:srgbClr val="E1DED4"/>
            </a:solidFill>
            <a:prstDash val="solid"/>
          </a:ln>
        </p:spPr>
      </p:sp>
      <p:sp>
        <p:nvSpPr>
          <p:cNvPr id="11" name="label-active question">
            <a:extLst xmlns:a="http://schemas.openxmlformats.org/drawingml/2006/main">
              <a:ext uri="{FF2B5EF4-FFF2-40B4-BE49-F238E27FC236}">
                <a16:creationId xmlns:a16="http://schemas.microsoft.com/office/drawing/2014/main" id="{686A935D-D7C9-4218-819B-DA6FEFE5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43350"/>
            <a:ext cx="2705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active question</a:t>
            </a:r>
          </a:p>
        </p:txBody>
      </p:sp>
      <p:sp>
        <p:nvSpPr>
          <p:cNvPr id="12" name="small-label-The missing link is the research context.">
            <a:extLst xmlns:a="http://schemas.openxmlformats.org/drawingml/2006/main">
              <a:ext uri="{FF2B5EF4-FFF2-40B4-BE49-F238E27FC236}">
                <a16:creationId xmlns:a16="http://schemas.microsoft.com/office/drawing/2014/main" id="{76BC806B-1432-4848-8443-5D6E6DA3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91050"/>
            <a:ext cx="304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The missing link is the research context.</a:t>
            </a:r>
          </a:p>
        </p:txBody>
      </p:sp>
    </p:spTree>
    <p:extLst>
      <p:ext uri="{BB962C8B-B14F-4D97-AF65-F5344CB8AC3E}">
        <p14:creationId xmlns:p14="http://schemas.microsoft.com/office/powerpoint/2010/main" val="37804032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7C0F550-EDE3-4538-A3DB-FE7FBA14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E0A364D-C59C-4D53-B3BC-C81D7817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3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5C599271-BFCD-4EB1-AB6F-89769BC0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116D449B-96AE-45BC-BE17-17244FCF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1028255-14A8-45D7-98E0-49A807058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CF6C4D9-B9C3-4751-9EC7-49E7E6E5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A structured record is useful only if it can be maintained consistently.</a:t>
            </a:r>
          </a:p>
        </p:txBody>
      </p:sp>
      <p:sp>
        <p:nvSpPr>
          <p:cNvPr id="7" name="box-complete record">
            <a:extLst xmlns:a="http://schemas.openxmlformats.org/drawingml/2006/main">
              <a:ext uri="{FF2B5EF4-FFF2-40B4-BE49-F238E27FC236}">
                <a16:creationId xmlns:a16="http://schemas.microsoft.com/office/drawing/2014/main" id="{DF0C05B1-A8BC-420F-BA9F-BBF0F8FB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7665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complete record">
            <a:extLst xmlns:a="http://schemas.openxmlformats.org/drawingml/2006/main">
              <a:ext uri="{FF2B5EF4-FFF2-40B4-BE49-F238E27FC236}">
                <a16:creationId xmlns:a16="http://schemas.microsoft.com/office/drawing/2014/main" id="{DDC12869-240B-4225-84E1-25D9712B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8620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complete record</a:t>
            </a:r>
          </a:p>
        </p:txBody>
      </p:sp>
      <p:sp>
        <p:nvSpPr>
          <p:cNvPr id="9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330098EF-4F05-4FD7-B9DB-BEB5F3D2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10025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0" name="box-routine capture">
            <a:extLst xmlns:a="http://schemas.openxmlformats.org/drawingml/2006/main">
              <a:ext uri="{FF2B5EF4-FFF2-40B4-BE49-F238E27FC236}">
                <a16:creationId xmlns:a16="http://schemas.microsoft.com/office/drawing/2014/main" id="{834A1CCE-F1DB-4BF6-9EE8-233F299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238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1" name="label-routine capture">
            <a:extLst xmlns:a="http://schemas.openxmlformats.org/drawingml/2006/main">
              <a:ext uri="{FF2B5EF4-FFF2-40B4-BE49-F238E27FC236}">
                <a16:creationId xmlns:a16="http://schemas.microsoft.com/office/drawing/2014/main" id="{EC22A3B6-26D8-479E-B9B3-A7881156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88620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routine capture</a:t>
            </a:r>
          </a:p>
        </p:txBody>
      </p:sp>
      <p:sp>
        <p:nvSpPr>
          <p:cNvPr id="12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AA3B8724-F8AA-4231-A82A-7D58C391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10025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3" name="box-review">
            <a:extLst xmlns:a="http://schemas.openxmlformats.org/drawingml/2006/main">
              <a:ext uri="{FF2B5EF4-FFF2-40B4-BE49-F238E27FC236}">
                <a16:creationId xmlns:a16="http://schemas.microsoft.com/office/drawing/2014/main" id="{2250DDFA-BB3C-45E7-BBB9-BCC76C31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76650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4" name="label-review">
            <a:extLst xmlns:a="http://schemas.openxmlformats.org/drawingml/2006/main">
              <a:ext uri="{FF2B5EF4-FFF2-40B4-BE49-F238E27FC236}">
                <a16:creationId xmlns:a16="http://schemas.microsoft.com/office/drawing/2014/main" id="{4237AD53-94BE-44F2-80D3-3396C91F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886200"/>
            <a:ext cx="1371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59765043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3466F1AB-DD21-4D29-8E12-88DDEC0B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3C9D721-1592-45F8-B8B6-A7BD21F8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7C312771-EC69-4C17-B808-0A70C80B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162D5CD2-A3F2-4E38-A5C0-5B991BAD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987DBBE-9D0B-4B18-A69E-0D825B9A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ECF567B-10EF-4056-AA06-1AE5C7AE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A shared graph can preserve rationale for later review.</a:t>
            </a:r>
          </a:p>
        </p:txBody>
      </p:sp>
      <p:sp>
        <p:nvSpPr>
          <p:cNvPr id="7" name="box-research-context graph">
            <a:extLst xmlns:a="http://schemas.openxmlformats.org/drawingml/2006/main">
              <a:ext uri="{FF2B5EF4-FFF2-40B4-BE49-F238E27FC236}">
                <a16:creationId xmlns:a16="http://schemas.microsoft.com/office/drawing/2014/main" id="{57816275-FF96-43E1-BDC3-A6268763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0995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research-context graph">
            <a:extLst xmlns:a="http://schemas.openxmlformats.org/drawingml/2006/main">
              <a:ext uri="{FF2B5EF4-FFF2-40B4-BE49-F238E27FC236}">
                <a16:creationId xmlns:a16="http://schemas.microsoft.com/office/drawing/2014/main" id="{71E1F87E-543A-4036-8872-821E7DD5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67125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research-context graph</a:t>
            </a:r>
          </a:p>
        </p:txBody>
      </p:sp>
      <p:sp>
        <p:nvSpPr>
          <p:cNvPr id="9" name="box-review rationale">
            <a:extLst xmlns:a="http://schemas.openxmlformats.org/drawingml/2006/main">
              <a:ext uri="{FF2B5EF4-FFF2-40B4-BE49-F238E27FC236}">
                <a16:creationId xmlns:a16="http://schemas.microsoft.com/office/drawing/2014/main" id="{36D3C1C3-2C9E-476F-BE16-A5B1DF80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29050"/>
            <a:ext cx="2438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0" name="label-review rationale">
            <a:extLst xmlns:a="http://schemas.openxmlformats.org/drawingml/2006/main">
              <a:ext uri="{FF2B5EF4-FFF2-40B4-BE49-F238E27FC236}">
                <a16:creationId xmlns:a16="http://schemas.microsoft.com/office/drawing/2014/main" id="{49762581-2FF2-493A-BD96-D57B793C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005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review rationale</a:t>
            </a:r>
          </a:p>
        </p:txBody>
      </p:sp>
      <p:sp>
        <p:nvSpPr>
          <p:cNvPr id="1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110A0E42-3ED3-4CB0-A389-EED3258F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114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4629D44A-C9BB-47FE-9E55-7E5AF1B1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814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CAC88628-BAA0-47C1-8623-92F16D8A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0481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E2178F22-A83D-4F9B-B1DF-3805E05B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0147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9A0138C-A477-4DE4-B4F9-D8273891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9814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69B33580-FF2B-42B1-903A-99A0CC73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9481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34939273-43B4-4129-8EFF-297AD63C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14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F13256EF-3458-449B-8803-3690E5CB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8814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F263CD7D-DCC8-46CE-A028-0C405D09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8481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2DC6DEF0-032B-40B0-86D1-B98AA32F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8147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2106C91E-F3E6-4AE7-B779-68894CCD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7814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95947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B0E780B-BB1E-42EB-9467-B4098829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94AED77-0156-45D1-A83C-A91CDE7D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8E547405-1EC3-4402-8961-69268945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5A7A8E88-A447-4632-935E-3A531753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124C8A6-8D17-4A08-BFD1-51328D18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CB0525C8-95C4-45EE-9F85-5E9C304E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The same graph can provide context for assistant use.</a:t>
            </a:r>
          </a:p>
        </p:txBody>
      </p:sp>
      <p:sp>
        <p:nvSpPr>
          <p:cNvPr id="7" name="box-research-context graph">
            <a:extLst xmlns:a="http://schemas.openxmlformats.org/drawingml/2006/main">
              <a:ext uri="{FF2B5EF4-FFF2-40B4-BE49-F238E27FC236}">
                <a16:creationId xmlns:a16="http://schemas.microsoft.com/office/drawing/2014/main" id="{CC887FF1-95E5-41B4-9213-D41C9C54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0995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research-context graph">
            <a:extLst xmlns:a="http://schemas.openxmlformats.org/drawingml/2006/main">
              <a:ext uri="{FF2B5EF4-FFF2-40B4-BE49-F238E27FC236}">
                <a16:creationId xmlns:a16="http://schemas.microsoft.com/office/drawing/2014/main" id="{8727394E-F795-434C-A0E5-6457F9A0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67125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research-context graph</a:t>
            </a:r>
          </a:p>
        </p:txBody>
      </p:sp>
      <p:sp>
        <p:nvSpPr>
          <p:cNvPr id="9" name="box-review rationale">
            <a:extLst xmlns:a="http://schemas.openxmlformats.org/drawingml/2006/main">
              <a:ext uri="{FF2B5EF4-FFF2-40B4-BE49-F238E27FC236}">
                <a16:creationId xmlns:a16="http://schemas.microsoft.com/office/drawing/2014/main" id="{843BF17C-F080-42EA-B18C-08025348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29050"/>
            <a:ext cx="2438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0" name="label-review rationale">
            <a:extLst xmlns:a="http://schemas.openxmlformats.org/drawingml/2006/main">
              <a:ext uri="{FF2B5EF4-FFF2-40B4-BE49-F238E27FC236}">
                <a16:creationId xmlns:a16="http://schemas.microsoft.com/office/drawing/2014/main" id="{37C90015-9767-49A9-88AF-F64F1B4A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005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review rationale</a:t>
            </a:r>
          </a:p>
        </p:txBody>
      </p:sp>
      <p:sp>
        <p:nvSpPr>
          <p:cNvPr id="1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AD218920-9399-4875-836C-83FC76A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114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F235E413-EA39-42D0-9061-5D78FF16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814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8C714EAB-42E4-45A4-94E1-18C40C81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0481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5723533-B803-47BF-9602-FD2401C3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0147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DAE718DE-745F-44B1-91E8-5D62D8E2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9814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55B6FB36-5368-47DF-A814-6CEE26BB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9481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50AAE725-75CD-42B0-B20A-2256C06F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14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07C8DAF3-F0EF-49D8-9C38-B00EE8AA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8814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F6656C71-9CF2-43DB-B51F-B18D1BFC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8481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64B9539-8331-4795-B198-98B73FFD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8147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DD878992-7051-413D-81B6-B7DF7CFA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7814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2" name="box-assistant context">
            <a:extLst xmlns:a="http://schemas.openxmlformats.org/drawingml/2006/main">
              <a:ext uri="{FF2B5EF4-FFF2-40B4-BE49-F238E27FC236}">
                <a16:creationId xmlns:a16="http://schemas.microsoft.com/office/drawing/2014/main" id="{A122D669-5352-4E7A-99E6-29914596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290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23" name="label-assistant context">
            <a:extLst xmlns:a="http://schemas.openxmlformats.org/drawingml/2006/main">
              <a:ext uri="{FF2B5EF4-FFF2-40B4-BE49-F238E27FC236}">
                <a16:creationId xmlns:a16="http://schemas.microsoft.com/office/drawing/2014/main" id="{E0F7E627-BDC8-4E8F-B6D2-9DB04987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assistant context</a:t>
            </a:r>
          </a:p>
        </p:txBody>
      </p:sp>
      <p:sp>
        <p:nvSpPr>
          <p:cNvPr id="2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A3935B7A-8703-4C1B-83FF-96A0ADAB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7814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1DAEDB0B-CBD2-4B07-AE96-590BC202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8030" y="38147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2721E729-CEB2-4EA4-BBD3-30448077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7085" y="38481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444B365C-13B9-45A4-BAF1-BB6F4519F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140" y="38814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DF9C1275-A767-4756-9EB4-F87991CD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5195" y="3914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D3C9BF53-9D8A-4EDC-ADC3-A0375123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481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49579E98-6011-4750-8359-7FD4EFEBC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3305" y="39814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66BDBAFC-019F-4F42-8F5F-7C8F545D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40147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931AC6A9-ED8D-4C41-A26E-DB0C0D43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1415" y="40481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A9AFE744-276D-4903-B76E-9DF61F35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0470" y="40814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7F794595-2114-4CA9-8C87-616BADCFF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114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2709037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534DF73-740B-48C2-8A69-E8E183D7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71E19DC-052E-44B3-BD81-BA15C4B2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3CF3D9FD-9106-40E6-81F1-79CA23F0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6F3E4D1-6CD6-4F88-A028-5D9224DA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3B7E975-7DD9-4774-8CB0-EF37BBF6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0A24B4CB-28BA-4410-BA34-4E70548D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Capture can propose updates for human review.</a:t>
            </a:r>
          </a:p>
        </p:txBody>
      </p:sp>
      <p:sp>
        <p:nvSpPr>
          <p:cNvPr id="7" name="box-research-context graph">
            <a:extLst xmlns:a="http://schemas.openxmlformats.org/drawingml/2006/main">
              <a:ext uri="{FF2B5EF4-FFF2-40B4-BE49-F238E27FC236}">
                <a16:creationId xmlns:a16="http://schemas.microsoft.com/office/drawing/2014/main" id="{B0098588-36C1-43D3-B8A6-39ED1928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0995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research-context graph">
            <a:extLst xmlns:a="http://schemas.openxmlformats.org/drawingml/2006/main">
              <a:ext uri="{FF2B5EF4-FFF2-40B4-BE49-F238E27FC236}">
                <a16:creationId xmlns:a16="http://schemas.microsoft.com/office/drawing/2014/main" id="{18A857D2-C73B-4DE8-8F06-DB1CBEE4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67125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research-context graph</a:t>
            </a:r>
          </a:p>
        </p:txBody>
      </p:sp>
      <p:sp>
        <p:nvSpPr>
          <p:cNvPr id="9" name="box-review rationale">
            <a:extLst xmlns:a="http://schemas.openxmlformats.org/drawingml/2006/main">
              <a:ext uri="{FF2B5EF4-FFF2-40B4-BE49-F238E27FC236}">
                <a16:creationId xmlns:a16="http://schemas.microsoft.com/office/drawing/2014/main" id="{C8512C39-DC77-4098-8588-D9B227BE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29050"/>
            <a:ext cx="2438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0" name="label-review rationale">
            <a:extLst xmlns:a="http://schemas.openxmlformats.org/drawingml/2006/main">
              <a:ext uri="{FF2B5EF4-FFF2-40B4-BE49-F238E27FC236}">
                <a16:creationId xmlns:a16="http://schemas.microsoft.com/office/drawing/2014/main" id="{CDB05CB3-E3FD-4023-BB6E-E824C8BA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005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review rationale</a:t>
            </a:r>
          </a:p>
        </p:txBody>
      </p:sp>
      <p:sp>
        <p:nvSpPr>
          <p:cNvPr id="1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19656500-00EC-4758-AFE1-7B327872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114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3D3AC378-E486-4AE6-BC62-86EA7A91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814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8B21101B-551D-46B2-B0CD-893166F4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0481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9FFB1A12-2CF3-457A-8535-E701AD9D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0147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F686D41E-7C08-46F2-A940-2EC3C4B3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9814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A29A99C8-5CF8-4C25-BD02-0FC49130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9481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9B3519AD-9401-43BA-AF3B-260927C4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14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D9CAB501-949B-4C51-9477-8717CBFB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8814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1996FCD3-0A97-4161-8241-7B7EA143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8481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9E114BFD-458B-44C5-8FF4-5188C623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8147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485C41DA-0D19-467A-A944-02477836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7814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2" name="box-assistant context">
            <a:extLst xmlns:a="http://schemas.openxmlformats.org/drawingml/2006/main">
              <a:ext uri="{FF2B5EF4-FFF2-40B4-BE49-F238E27FC236}">
                <a16:creationId xmlns:a16="http://schemas.microsoft.com/office/drawing/2014/main" id="{D5FC83C2-8FE8-4943-A239-5C7509C5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290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23" name="label-assistant context">
            <a:extLst xmlns:a="http://schemas.openxmlformats.org/drawingml/2006/main">
              <a:ext uri="{FF2B5EF4-FFF2-40B4-BE49-F238E27FC236}">
                <a16:creationId xmlns:a16="http://schemas.microsoft.com/office/drawing/2014/main" id="{0A7566A4-6E03-4F7D-AC0A-0BD27B42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assistant context</a:t>
            </a:r>
          </a:p>
        </p:txBody>
      </p:sp>
      <p:sp>
        <p:nvSpPr>
          <p:cNvPr id="2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CC00937A-CAC4-4E46-950F-30D02CC4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7814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613C2A6C-6A24-463A-8010-06639FAF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8030" y="38147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586789D9-493E-4CFD-B488-853B3098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7085" y="38481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C8C700FD-26E9-45B4-9348-BD1EF5FB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140" y="38814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3DB26024-6BD8-49DF-9FFE-8906FCE2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5195" y="3914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FF65AEB0-2276-4AD8-B559-D20CCEC9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481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D959E732-F9AE-4157-A929-F38F08D9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3305" y="39814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45BD5F84-AB1D-4F32-B38D-98D27368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40147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AAE091DD-8E0D-43D4-AE51-A24CF6DC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1415" y="40481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CCF1278B-38B8-4E96-B4E9-D3196030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0470" y="40814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7E124FFD-7763-487C-BA17-47F28FDB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114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5" name="box-proposed updates">
            <a:extLst xmlns:a="http://schemas.openxmlformats.org/drawingml/2006/main">
              <a:ext uri="{FF2B5EF4-FFF2-40B4-BE49-F238E27FC236}">
                <a16:creationId xmlns:a16="http://schemas.microsoft.com/office/drawing/2014/main" id="{CB9AA702-925C-4448-B48D-1F7B9914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819650"/>
            <a:ext cx="257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36" name="label-proposed updates">
            <a:extLst xmlns:a="http://schemas.openxmlformats.org/drawingml/2006/main">
              <a:ext uri="{FF2B5EF4-FFF2-40B4-BE49-F238E27FC236}">
                <a16:creationId xmlns:a16="http://schemas.microsoft.com/office/drawing/2014/main" id="{C3B862F6-F433-49B3-BBBA-861931BB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99110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proposed updates</a:t>
            </a:r>
          </a:p>
        </p:txBody>
      </p:sp>
      <p:sp>
        <p:nvSpPr>
          <p:cNvPr id="37" name="connector-vertical">
            <a:extLst xmlns:a="http://schemas.openxmlformats.org/drawingml/2006/main">
              <a:ext uri="{FF2B5EF4-FFF2-40B4-BE49-F238E27FC236}">
                <a16:creationId xmlns:a16="http://schemas.microsoft.com/office/drawing/2014/main" id="{EB0F3C0E-1964-4037-995F-C222ED409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171950"/>
            <a:ext cx="19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769756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0E7F0D8-855C-4414-B423-35230731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A5B8309-2963-4F4B-A4C1-4DCDD89B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WHAT IT IS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43F42F23-6632-4B7D-BD17-971CF087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14ACC9A-8A7B-43B3-BA24-19AB5863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72A97B7-9F1C-4F5B-B24D-EA9E00A2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A68E8D5-B510-4E04-A06A-80F27D34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Lab Tracker records relationships among questions, evidence, and claims.</a:t>
            </a:r>
          </a:p>
        </p:txBody>
      </p:sp>
      <p:sp>
        <p:nvSpPr>
          <p:cNvPr id="7" name="box-external data">
            <a:extLst xmlns:a="http://schemas.openxmlformats.org/drawingml/2006/main">
              <a:ext uri="{FF2B5EF4-FFF2-40B4-BE49-F238E27FC236}">
                <a16:creationId xmlns:a16="http://schemas.microsoft.com/office/drawing/2014/main" id="{A38EF83D-D76B-4FA1-B217-0212A3C4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33800"/>
            <a:ext cx="2171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external data">
            <a:extLst xmlns:a="http://schemas.openxmlformats.org/drawingml/2006/main">
              <a:ext uri="{FF2B5EF4-FFF2-40B4-BE49-F238E27FC236}">
                <a16:creationId xmlns:a16="http://schemas.microsoft.com/office/drawing/2014/main" id="{DB68D011-22DD-45B5-9D2C-6ED26206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33825"/>
            <a:ext cx="1828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external data</a:t>
            </a:r>
          </a:p>
        </p:txBody>
      </p:sp>
      <p:sp>
        <p:nvSpPr>
          <p:cNvPr id="9" name="box-questions">
            <a:extLst xmlns:a="http://schemas.openxmlformats.org/drawingml/2006/main">
              <a:ext uri="{FF2B5EF4-FFF2-40B4-BE49-F238E27FC236}">
                <a16:creationId xmlns:a16="http://schemas.microsoft.com/office/drawing/2014/main" id="{ADA22C0A-EB41-4623-BFF8-68E8A03D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33800"/>
            <a:ext cx="2171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0" name="label-questions">
            <a:extLst xmlns:a="http://schemas.openxmlformats.org/drawingml/2006/main">
              <a:ext uri="{FF2B5EF4-FFF2-40B4-BE49-F238E27FC236}">
                <a16:creationId xmlns:a16="http://schemas.microsoft.com/office/drawing/2014/main" id="{80522A13-40DB-45DE-9021-D8F052E8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33825"/>
            <a:ext cx="1828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11" name="box-claims">
            <a:extLst xmlns:a="http://schemas.openxmlformats.org/drawingml/2006/main">
              <a:ext uri="{FF2B5EF4-FFF2-40B4-BE49-F238E27FC236}">
                <a16:creationId xmlns:a16="http://schemas.microsoft.com/office/drawing/2014/main" id="{F863A6AF-FD59-415F-B56A-9DE0BB2B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33800"/>
            <a:ext cx="2171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2" name="label-claims">
            <a:extLst xmlns:a="http://schemas.openxmlformats.org/drawingml/2006/main">
              <a:ext uri="{FF2B5EF4-FFF2-40B4-BE49-F238E27FC236}">
                <a16:creationId xmlns:a16="http://schemas.microsoft.com/office/drawing/2014/main" id="{80B0C389-ED7D-4B7B-BB10-6CC7328B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33825"/>
            <a:ext cx="1828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claims</a:t>
            </a:r>
          </a:p>
        </p:txBody>
      </p:sp>
      <p:sp>
        <p:nvSpPr>
          <p:cNvPr id="13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51300E22-4D29-4D3D-A4A9-1785296E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0576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4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393696A8-C843-4F77-9807-FADB5CAC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5" name="small-label-The graph records relationships; it does not replace the existing tools.">
            <a:extLst xmlns:a="http://schemas.openxmlformats.org/drawingml/2006/main">
              <a:ext uri="{FF2B5EF4-FFF2-40B4-BE49-F238E27FC236}">
                <a16:creationId xmlns:a16="http://schemas.microsoft.com/office/drawing/2014/main" id="{C6AF87E8-1C9D-4A31-8F2A-1457C359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62500"/>
            <a:ext cx="704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The graph records relationships; it does not replace the existing tools.</a:t>
            </a:r>
          </a:p>
        </p:txBody>
      </p:sp>
    </p:spTree>
    <p:extLst>
      <p:ext uri="{BB962C8B-B14F-4D97-AF65-F5344CB8AC3E}">
        <p14:creationId xmlns:p14="http://schemas.microsoft.com/office/powerpoint/2010/main" val="204978621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92992745-530E-40C8-95FD-F645EE5C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963FEFF-ACC8-4166-8D9A-44C72D37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0D1BD5D1-88D3-40CD-A6E8-D9D36122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B5D95AF2-21BB-444F-8827-EC830CF6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889946F-BFDD-48A8-A7B0-5EFA467E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A4DB264-5611-4DAD-9B15-E7582D9F4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Begin with a motivating question.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73C581F5-A206-46C5-B85C-5C59870F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644E63A5-81B6-4BFC-9FE1-ACEC2873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14675"/>
            <a:ext cx="2895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A0BD021-7D25-4F0F-AAEB-1883FE0B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F546101-F495-47D4-A022-4730562F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971925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C6410F94-110C-4CF2-89AD-ABEE85B3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C5F51922-9906-41B5-89E0-DD38DA46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029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9E552B36-046A-48AF-B88F-014BDA92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9DFB1E73-6643-4784-BF82-516FB21D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029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3A934D69-61F1-499E-B2B1-D9705F53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BD5C2EEC-21CF-47BD-BE89-2AEC27AA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02920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</p:spTree>
    <p:extLst>
      <p:ext uri="{BB962C8B-B14F-4D97-AF65-F5344CB8AC3E}">
        <p14:creationId xmlns:p14="http://schemas.microsoft.com/office/powerpoint/2010/main" val="44400175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042B6C5-85D1-4BD1-AB83-A96BD2F94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27C5216-BE8F-4BD4-845B-2B355595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380A523A-8D28-4C02-B7C2-3E8E305C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0409C5E-06FF-45C7-8597-BDC5AE83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727D264-8A2D-4CF0-A45A-6EF6FDA6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A8D0276B-53A4-49B9-81EC-0AA6C0EC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Decompose it into answerable questions.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7514CC14-742F-4573-8DDE-1453260A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53FDD897-34A9-464F-B23F-B6AA3F67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14675"/>
            <a:ext cx="2895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EF0FE464-3B42-455F-89EF-883B27B2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51D937FC-7009-4AA8-B3D1-9C4ECD6D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971925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32FD149D-8AD3-4ED1-85B1-8F20CC0C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DAED802B-651B-4D88-B6DA-23F9100C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029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6E877DE9-AA5C-4F40-8DE0-DC199719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A528E52D-90DB-4A92-AD77-24EEF146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029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747221F2-3636-43EC-B1B6-F49B57EC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393DA97C-29D2-42F7-86C8-D7455F7D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02920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connector-vertical">
            <a:extLst xmlns:a="http://schemas.openxmlformats.org/drawingml/2006/main">
              <a:ext uri="{FF2B5EF4-FFF2-40B4-BE49-F238E27FC236}">
                <a16:creationId xmlns:a16="http://schemas.microsoft.com/office/drawing/2014/main" id="{9E437A73-1014-4CA3-9F2B-56A7F25F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3719087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3944E162-E336-4103-B164-EC95690D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4E7BA4F-2677-4151-B518-F93C767D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7E857D31-A4DE-4DB4-94E3-072629DC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B7D42C16-ADD7-4058-B511-5D5E3CFF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E08D2BD-1BA2-4F5E-862F-669E5050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14FCB795-CF47-41F3-A473-007FEE38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Link datasets to the questions they address.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EBA9B3D5-E7B2-493A-8F9A-5E4F6506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83A411E7-DED2-49DC-9C05-31BEA774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14675"/>
            <a:ext cx="2895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519580FD-8BDA-4908-B1D9-F4CDFD1C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BE679C05-84BD-4E77-AA07-EA22FD1E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971925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D6E3080A-5BD1-4444-863A-6A7F9F94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6C3E7836-8A96-464D-99F3-A942E436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029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58A7BF6A-9748-48A1-95FF-752CE770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EA437435-D976-4AE0-9C4B-C84D91E5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029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47ECDE8D-F943-4C1B-8412-E6A8ABDA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F28D77EA-AEFF-4ECA-B364-CD33763D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02920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connector-vertical">
            <a:extLst xmlns:a="http://schemas.openxmlformats.org/drawingml/2006/main">
              <a:ext uri="{FF2B5EF4-FFF2-40B4-BE49-F238E27FC236}">
                <a16:creationId xmlns:a16="http://schemas.microsoft.com/office/drawing/2014/main" id="{A1B3B35B-D049-4A26-800B-9D60EF5F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C69ECEA-05AA-4DDF-8013-BC3F3CC6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A6C952F4-3849-463A-8306-D84D0D29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1BFB5853-A08E-403C-B254-0737CDC7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E08A6C09-37A9-4748-A8A4-74E56CCE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EAEB5E97-411E-4A67-BC3E-D6073E77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96EC6469-0620-405B-9EB7-687FAC91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0F8C9BA0-877A-413D-AD6D-109E1AF2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1464F6F8-E304-4984-90DF-148D79D8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D811A4DE-5ED6-4D5F-BC55-B5215C0F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9D568CAE-50D1-45FE-89D7-A7D815EF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4052A8F0-E8D9-481E-8A7E-AE206463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9934177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9B61197-1DF1-4098-8307-3A83FD13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318CD26-BB7F-41C5-8AE7-F84290AD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ACA70B17-9EAB-449B-99C5-D9D7C4DC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C1F391B8-3134-4B8B-A5CA-2ED8C41B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E9615B8-611C-43B5-9593-C8353A4A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ED884901-8B1D-40DE-BBBC-F601FCC6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Link analyses to their source data and question.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4617444C-3625-40D9-817F-B752A8B7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7A845DC2-2930-4408-AC3A-4DD71453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14675"/>
            <a:ext cx="2895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4E431BF-B9B5-4021-9756-51283B71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B637ABF2-51E0-4BC2-9DD0-D183FF56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971925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6874F451-9C77-4C8C-8DB0-5BFC2587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B3F93FF9-FA46-413B-BD6C-D71347E8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029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ADD2C228-9FDE-478D-9874-6C5CF94B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13BD2019-72A6-4E95-9AA4-8657526E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029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674AAFED-A4B8-4D4E-A223-A51085D2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245C0146-5906-487B-ADBB-1FC36D77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02920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connector-vertical">
            <a:extLst xmlns:a="http://schemas.openxmlformats.org/drawingml/2006/main">
              <a:ext uri="{FF2B5EF4-FFF2-40B4-BE49-F238E27FC236}">
                <a16:creationId xmlns:a16="http://schemas.microsoft.com/office/drawing/2014/main" id="{2B35FAC2-6E20-459D-AA86-BEC8DB20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1BDAE3F-E9F6-440F-BD09-0C668E65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5105F61-81EA-47C4-9458-A1AE27B9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A73D2070-13BD-4866-8283-813D5006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7355B177-6042-43A2-B26B-79F59369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E5310A0D-40AC-40CA-9D9A-EB8BCE0F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F9FCA94-00C3-415B-BDE3-45433587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F65BF85D-832E-4F82-AF40-44894E80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75056EFF-C68C-4473-A74C-0FA4E14C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0DFD45F3-4425-45BB-BE8F-9E08F36E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4B179997-2841-4399-A41B-0052C9E3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E2889361-1DE3-4C30-884E-48C6B395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9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4A09666C-F30E-4B6E-B045-E42E4C84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3074720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EC4A2EB-9261-4A6A-B10C-A95E8F93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E2504D5-B82F-4D97-B416-65CBF12B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8A6C10EB-8177-4BE3-AA28-C0268AE0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1EA1F6C5-F87E-4A2B-BDE7-E6FDE01E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B39FEE1-74A7-4A07-8C0F-0F33A531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476CF66-5AC8-4903-808D-B399784F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Treat claims as supported only when evidence is attached.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74514B6-1EBC-4ECC-9473-CC8C98A7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0EAD8C01-9FAE-4F6A-AC81-DCB9784B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14675"/>
            <a:ext cx="2895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140802F5-89C7-47B9-866B-ADBBD047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FBBAF56E-2849-47A4-896F-C105ED27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971925"/>
            <a:ext cx="2514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59711349-715A-409E-A90E-CDB1DBCB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7DED7ED7-8ED1-4B51-924A-74784A1D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029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93AA17EC-8345-4D5E-B7C8-31F1D356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A9C32C8B-C72A-45B5-A263-1C542135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0292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C0E56FFD-8768-4C6A-AE37-FE61A925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41ED8C8D-302C-4FCF-907B-0638D1F3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029200"/>
            <a:ext cx="213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connector-vertical">
            <a:extLst xmlns:a="http://schemas.openxmlformats.org/drawingml/2006/main">
              <a:ext uri="{FF2B5EF4-FFF2-40B4-BE49-F238E27FC236}">
                <a16:creationId xmlns:a16="http://schemas.microsoft.com/office/drawing/2014/main" id="{1ED1CB7B-5EE7-41B6-A946-709D043CD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5EA884FB-D61D-45D7-BE0A-25169643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9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37D68D16-602B-45CF-B15C-6393AA04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0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F46DB302-E6F4-4ACA-8438-6514CEBD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1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6D8777DF-E814-4EF7-BBEA-B709E987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2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8A1C0996-CF97-4BB0-B3E3-3F2A2A43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3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8B0AC122-84CD-4DB8-A565-5C6E53A8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4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9289B3E-F91C-42EB-808C-68199171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5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5063AFA0-FBE1-481E-BF48-F9F69A84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6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988203B4-C6A1-4092-961B-D75AF0F5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7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293DA734-D245-48C5-AA37-9FCD9AA8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8" name="connector-dot">
            <a:extLst xmlns:a="http://schemas.openxmlformats.org/drawingml/2006/main">
              <a:ext uri="{FF2B5EF4-FFF2-40B4-BE49-F238E27FC236}">
                <a16:creationId xmlns:a16="http://schemas.microsoft.com/office/drawing/2014/main" id="{BAE3802E-2C5C-4658-882C-0BFDE1F3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29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EE82F03B-442D-4D23-B0AA-2EA86A16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30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B72B4F33-FF16-4888-B589-0C7BC7DF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024131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32B1ED24-36BD-4404-8DCE-C4AB9476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F2BF87C-500D-4B76-A42E-57F76711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WORKED EXAMPLE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C036182F-0DF0-4B6E-B574-359E0B1BF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76C32BD3-9D48-4DBF-AC9C-103309EA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FCE0561-6C9A-4892-928F-EC96F953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94934666-D95C-4004-A702-A193FD2C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A figure should remain traceable to the question it addresses.</a:t>
            </a:r>
          </a:p>
        </p:txBody>
      </p:sp>
      <p:sp>
        <p:nvSpPr>
          <p:cNvPr id="7" name="box-figure">
            <a:extLst xmlns:a="http://schemas.openxmlformats.org/drawingml/2006/main">
              <a:ext uri="{FF2B5EF4-FFF2-40B4-BE49-F238E27FC236}">
                <a16:creationId xmlns:a16="http://schemas.microsoft.com/office/drawing/2014/main" id="{B4497754-83AA-461C-AC38-92E9A50B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638550"/>
            <a:ext cx="2286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B52ABEB6-51F4-46CA-8177-547E1626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82905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figure</a:t>
            </a:r>
          </a:p>
        </p:txBody>
      </p:sp>
      <p:sp>
        <p:nvSpPr>
          <p:cNvPr id="9" name="box-supported claim">
            <a:extLst xmlns:a="http://schemas.openxmlformats.org/drawingml/2006/main">
              <a:ext uri="{FF2B5EF4-FFF2-40B4-BE49-F238E27FC236}">
                <a16:creationId xmlns:a16="http://schemas.microsoft.com/office/drawing/2014/main" id="{5AFCE95A-4806-4CF4-9013-B3EA60D3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38550"/>
            <a:ext cx="2381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0" name="label-supported claim">
            <a:extLst xmlns:a="http://schemas.openxmlformats.org/drawingml/2006/main">
              <a:ext uri="{FF2B5EF4-FFF2-40B4-BE49-F238E27FC236}">
                <a16:creationId xmlns:a16="http://schemas.microsoft.com/office/drawing/2014/main" id="{7BE4C862-49BB-4BEA-B9FE-4CE009AA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8290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supported claim</a:t>
            </a:r>
          </a:p>
        </p:txBody>
      </p:sp>
      <p:sp>
        <p:nvSpPr>
          <p:cNvPr id="11" name="box-question">
            <a:extLst xmlns:a="http://schemas.openxmlformats.org/drawingml/2006/main">
              <a:ext uri="{FF2B5EF4-FFF2-40B4-BE49-F238E27FC236}">
                <a16:creationId xmlns:a16="http://schemas.microsoft.com/office/drawing/2014/main" id="{9556A5C3-169C-47EE-BEFC-23519CD8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38550"/>
            <a:ext cx="2571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2" name="label-question">
            <a:extLst xmlns:a="http://schemas.openxmlformats.org/drawingml/2006/main">
              <a:ext uri="{FF2B5EF4-FFF2-40B4-BE49-F238E27FC236}">
                <a16:creationId xmlns:a16="http://schemas.microsoft.com/office/drawing/2014/main" id="{73959C90-24C2-451C-B608-1FB5F222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2905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3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2C9E3AB0-B3B9-48DC-B55C-DE71CA4F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528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4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9FBE0F48-D4B7-42B4-952E-1A77A8EA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528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5" name="small-label-A figure becomes easier to evaluate when its claim and question remain explicit.">
            <a:extLst xmlns:a="http://schemas.openxmlformats.org/drawingml/2006/main">
              <a:ext uri="{FF2B5EF4-FFF2-40B4-BE49-F238E27FC236}">
                <a16:creationId xmlns:a16="http://schemas.microsoft.com/office/drawing/2014/main" id="{D5346073-2AAE-4F24-9847-B8946ED8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629150"/>
            <a:ext cx="781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A figure becomes easier to evaluate when its claim and question remain explicit.</a:t>
            </a:r>
          </a:p>
        </p:txBody>
      </p:sp>
    </p:spTree>
    <p:extLst>
      <p:ext uri="{BB962C8B-B14F-4D97-AF65-F5344CB8AC3E}">
        <p14:creationId xmlns:p14="http://schemas.microsoft.com/office/powerpoint/2010/main" val="74155479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28AB3A62-8993-4C73-8F0A-776BADD1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AFEF1B6-E682-46A9-9B0F-35294574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BA19F0BE-983B-4C7C-9D2B-E6F075E2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C7BAF07-E694-4A3E-9D96-C0586D2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F99F91A-13F7-4715-BCA5-B74E2C4F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7C6B216-A648-457B-BC15-596B8EFE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Capture begins with the raw note.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6A828772-456E-428E-8FC4-6FC06F25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909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1783C462-E4F6-4B52-A009-D3DE9378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graph context">
            <a:extLst xmlns:a="http://schemas.openxmlformats.org/drawingml/2006/main">
              <a:ext uri="{FF2B5EF4-FFF2-40B4-BE49-F238E27FC236}">
                <a16:creationId xmlns:a16="http://schemas.microsoft.com/office/drawing/2014/main" id="{74D7B2B0-753D-408E-9D8D-A5837A71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7909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0" name="label-graph context">
            <a:extLst xmlns:a="http://schemas.openxmlformats.org/drawingml/2006/main">
              <a:ext uri="{FF2B5EF4-FFF2-40B4-BE49-F238E27FC236}">
                <a16:creationId xmlns:a16="http://schemas.microsoft.com/office/drawing/2014/main" id="{20412246-5D27-400B-B7E3-0370F9B6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9624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graph context</a:t>
            </a:r>
          </a:p>
        </p:txBody>
      </p:sp>
      <p:sp>
        <p:nvSpPr>
          <p:cNvPr id="11" name="box-draft operations">
            <a:extLst xmlns:a="http://schemas.openxmlformats.org/drawingml/2006/main">
              <a:ext uri="{FF2B5EF4-FFF2-40B4-BE49-F238E27FC236}">
                <a16:creationId xmlns:a16="http://schemas.microsoft.com/office/drawing/2014/main" id="{9344CC5F-AC2B-43BF-8110-D6DFC226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90950"/>
            <a:ext cx="2247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2" name="label-draft operations">
            <a:extLst xmlns:a="http://schemas.openxmlformats.org/drawingml/2006/main">
              <a:ext uri="{FF2B5EF4-FFF2-40B4-BE49-F238E27FC236}">
                <a16:creationId xmlns:a16="http://schemas.microsoft.com/office/drawing/2014/main" id="{F53BCE98-1535-4685-A5D2-4A80827C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624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draft operations</a:t>
            </a:r>
          </a:p>
        </p:txBody>
      </p:sp>
      <p:sp>
        <p:nvSpPr>
          <p:cNvPr id="13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666BE0AA-FFAE-4845-951F-9A319E18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4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7B35A01A-187C-4735-81B1-9032A0B5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624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124392936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528FF44-D6FE-4C24-8469-A4BF2A61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0FC18C8-1D99-4CB3-B0A1-CCABF851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7FE0B9FD-89D7-4C50-9BA8-C70138E2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74BB05EB-1EEB-4DD7-9689-AE3E1CD2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383E3CC-3A88-42BC-9B4A-8F585540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E6F4F0AC-3678-4B1F-9BFC-F6762439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Graph context is added before model interpretation.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FE9C259E-E179-4317-8CBE-F3DE0C03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909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36A3F2D7-B210-458C-BF46-72BE4155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graph context">
            <a:extLst xmlns:a="http://schemas.openxmlformats.org/drawingml/2006/main">
              <a:ext uri="{FF2B5EF4-FFF2-40B4-BE49-F238E27FC236}">
                <a16:creationId xmlns:a16="http://schemas.microsoft.com/office/drawing/2014/main" id="{082DC6EC-1C15-4D36-981D-F2AE5F61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7909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0" name="label-graph context">
            <a:extLst xmlns:a="http://schemas.openxmlformats.org/drawingml/2006/main">
              <a:ext uri="{FF2B5EF4-FFF2-40B4-BE49-F238E27FC236}">
                <a16:creationId xmlns:a16="http://schemas.microsoft.com/office/drawing/2014/main" id="{4989EC97-4491-4359-A4B8-DF912CDC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9624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graph context</a:t>
            </a:r>
          </a:p>
        </p:txBody>
      </p:sp>
      <p:sp>
        <p:nvSpPr>
          <p:cNvPr id="11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05B2BDA8-B9C6-437C-87D2-5226D47F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8622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2" name="box-draft operations">
            <a:extLst xmlns:a="http://schemas.openxmlformats.org/drawingml/2006/main">
              <a:ext uri="{FF2B5EF4-FFF2-40B4-BE49-F238E27FC236}">
                <a16:creationId xmlns:a16="http://schemas.microsoft.com/office/drawing/2014/main" id="{B6860EB1-1A90-4D28-ACBF-F0146EA1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90950"/>
            <a:ext cx="2247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3" name="label-draft operations">
            <a:extLst xmlns:a="http://schemas.openxmlformats.org/drawingml/2006/main">
              <a:ext uri="{FF2B5EF4-FFF2-40B4-BE49-F238E27FC236}">
                <a16:creationId xmlns:a16="http://schemas.microsoft.com/office/drawing/2014/main" id="{AD50FBC0-56F7-43BF-B217-6E4EBFC33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624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draft operations</a:t>
            </a:r>
          </a:p>
        </p:txBody>
      </p:sp>
      <p:sp>
        <p:nvSpPr>
          <p:cNvPr id="14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AA022646-202D-458C-8D8F-B2DDF601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5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2BE2BB7D-F23A-41DD-951D-4290C78A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624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1822710292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34577DE5-9B64-4530-A382-3D9B352A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B74FE17-CFD0-4877-9AFB-024D8707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27579857-5233-444E-A010-2C8CB7E4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7D491F5E-F529-468A-B7A6-97C6B0FD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FA7D4EB-9CFD-45F5-BDBB-0C566A87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1002D2ED-0563-4DC0-9AEA-4DD341A9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The model returns proposed graph operations.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F94C588A-1AF9-4777-8714-2DDBC764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909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3BCD2DFE-17AB-42DA-8336-2246AFA9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graph context">
            <a:extLst xmlns:a="http://schemas.openxmlformats.org/drawingml/2006/main">
              <a:ext uri="{FF2B5EF4-FFF2-40B4-BE49-F238E27FC236}">
                <a16:creationId xmlns:a16="http://schemas.microsoft.com/office/drawing/2014/main" id="{1A8E8697-2761-491C-97FA-2FBE4E4D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7909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0" name="label-graph context">
            <a:extLst xmlns:a="http://schemas.openxmlformats.org/drawingml/2006/main">
              <a:ext uri="{FF2B5EF4-FFF2-40B4-BE49-F238E27FC236}">
                <a16:creationId xmlns:a16="http://schemas.microsoft.com/office/drawing/2014/main" id="{16839FE0-DBBE-4F4F-A6F2-1A4D14BF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9624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graph context</a:t>
            </a:r>
          </a:p>
        </p:txBody>
      </p:sp>
      <p:sp>
        <p:nvSpPr>
          <p:cNvPr id="11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6E5756BC-C8D0-4235-9317-9949DD6A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8622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2" name="box-draft operations">
            <a:extLst xmlns:a="http://schemas.openxmlformats.org/drawingml/2006/main">
              <a:ext uri="{FF2B5EF4-FFF2-40B4-BE49-F238E27FC236}">
                <a16:creationId xmlns:a16="http://schemas.microsoft.com/office/drawing/2014/main" id="{923ED42D-3D3C-4F63-819E-283732F8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90950"/>
            <a:ext cx="2247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3" name="label-draft operations">
            <a:extLst xmlns:a="http://schemas.openxmlformats.org/drawingml/2006/main">
              <a:ext uri="{FF2B5EF4-FFF2-40B4-BE49-F238E27FC236}">
                <a16:creationId xmlns:a16="http://schemas.microsoft.com/office/drawing/2014/main" id="{6D82D457-5588-455D-B77B-D9BCDAD1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624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draft operations</a:t>
            </a:r>
          </a:p>
        </p:txBody>
      </p:sp>
      <p:sp>
        <p:nvSpPr>
          <p:cNvPr id="14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7FB806A4-2E3E-4FE0-BD0E-B0EFE89B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08622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5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AAB7EA7A-E8E9-4C57-9317-5C90C5936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1DED4"/>
            </a:solidFill>
            <a:prstDash val="solid"/>
          </a:ln>
        </p:spPr>
      </p:sp>
      <p:sp>
        <p:nvSpPr>
          <p:cNvPr id="16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ADD6E07F-0955-4FDF-867E-CD21A9A1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624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199133916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A1E50AA-6C97-4F91-9B57-84217F7F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5137BC3-6707-49E5-B639-049F1D66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9301B93C-25DC-4F2C-8FE7-097FE861A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FF5DA43E-7EC8-4C4D-A2F0-24D4919B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6B61B5E-C5F3-46C7-9DDB-D11E9992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6863726-068D-4F13-ADB4-F81DD79DB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The reviewer decides what enters the record.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05B0ACEC-276F-495E-AFC4-6223ED82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909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FFE4E76A-F6D1-4B0A-832C-6CF74B6D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graph context">
            <a:extLst xmlns:a="http://schemas.openxmlformats.org/drawingml/2006/main">
              <a:ext uri="{FF2B5EF4-FFF2-40B4-BE49-F238E27FC236}">
                <a16:creationId xmlns:a16="http://schemas.microsoft.com/office/drawing/2014/main" id="{D77A0BF9-183F-422A-B910-11397CCB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7909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0" name="label-graph context">
            <a:extLst xmlns:a="http://schemas.openxmlformats.org/drawingml/2006/main">
              <a:ext uri="{FF2B5EF4-FFF2-40B4-BE49-F238E27FC236}">
                <a16:creationId xmlns:a16="http://schemas.microsoft.com/office/drawing/2014/main" id="{9EDA5056-590A-40B7-87D6-A21071ED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9624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graph context</a:t>
            </a:r>
          </a:p>
        </p:txBody>
      </p:sp>
      <p:sp>
        <p:nvSpPr>
          <p:cNvPr id="11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B35F015E-7DC1-47B3-8AF1-07F935CB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8622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2" name="box-draft operations">
            <a:extLst xmlns:a="http://schemas.openxmlformats.org/drawingml/2006/main">
              <a:ext uri="{FF2B5EF4-FFF2-40B4-BE49-F238E27FC236}">
                <a16:creationId xmlns:a16="http://schemas.microsoft.com/office/drawing/2014/main" id="{A5552037-3C52-4F29-A6E5-3783FD25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90950"/>
            <a:ext cx="2247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3" name="label-draft operations">
            <a:extLst xmlns:a="http://schemas.openxmlformats.org/drawingml/2006/main">
              <a:ext uri="{FF2B5EF4-FFF2-40B4-BE49-F238E27FC236}">
                <a16:creationId xmlns:a16="http://schemas.microsoft.com/office/drawing/2014/main" id="{953F876D-E994-4B22-8FB9-1E04A54F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624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draft operations</a:t>
            </a:r>
          </a:p>
        </p:txBody>
      </p:sp>
      <p:sp>
        <p:nvSpPr>
          <p:cNvPr id="14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F3F8851C-F561-46F5-BFDB-0BB4F465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08622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5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0FA3DB0E-C30E-4243-9391-886821B4C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6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452CAE02-7140-410A-B055-111CF3A8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62400"/>
            <a:ext cx="1752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  <p:sp>
        <p:nvSpPr>
          <p:cNvPr id="17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B7FDF2A7-7A5E-4EA8-9A4A-71C81703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8622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083345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5E5A3039-BEFE-4683-9022-28E929D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4A1B57B-AF1C-4F9F-BEF0-9D6A20F2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FIRST USE CASE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AD4121BE-043B-4978-B6B0-C5D05CB4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8ED9873-14C4-4DF9-8E14-C6103D88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0AFF040-B73B-4900-B45D-22B7B0D9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47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7478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22C01BCC-9758-43C6-9EC1-38572231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8667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E2428"/>
                </a:solidFill>
                <a:latin typeface="Aptos Display"/>
                <a:ea typeface="Aptos Display"/>
                <a:cs typeface="Aptos Display"/>
              </a:rPr>
              <a:t>One project, its question hierarchy, and one result.</a:t>
            </a:r>
          </a:p>
        </p:txBody>
      </p:sp>
      <p:sp>
        <p:nvSpPr>
          <p:cNvPr id="7" name="box-one project">
            <a:extLst xmlns:a="http://schemas.openxmlformats.org/drawingml/2006/main">
              <a:ext uri="{FF2B5EF4-FFF2-40B4-BE49-F238E27FC236}">
                <a16:creationId xmlns:a16="http://schemas.microsoft.com/office/drawing/2014/main" id="{9F28C6B6-276F-40AE-AEA3-17EBBFB8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43300"/>
            <a:ext cx="22669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8" name="label-one project">
            <a:extLst xmlns:a="http://schemas.openxmlformats.org/drawingml/2006/main">
              <a:ext uri="{FF2B5EF4-FFF2-40B4-BE49-F238E27FC236}">
                <a16:creationId xmlns:a16="http://schemas.microsoft.com/office/drawing/2014/main" id="{13C3C7AA-DCFC-44D1-9B3A-C5A0EFB6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743325"/>
            <a:ext cx="1924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one project</a:t>
            </a:r>
          </a:p>
        </p:txBody>
      </p:sp>
      <p:sp>
        <p:nvSpPr>
          <p:cNvPr id="9" name="box-question hierarchy">
            <a:extLst xmlns:a="http://schemas.openxmlformats.org/drawingml/2006/main">
              <a:ext uri="{FF2B5EF4-FFF2-40B4-BE49-F238E27FC236}">
                <a16:creationId xmlns:a16="http://schemas.microsoft.com/office/drawing/2014/main" id="{032AB41A-68C2-4015-B17C-43FAC14E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43300"/>
            <a:ext cx="26479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</p:sp>
      <p:sp>
        <p:nvSpPr>
          <p:cNvPr id="10" name="label-question hierarchy">
            <a:extLst xmlns:a="http://schemas.openxmlformats.org/drawingml/2006/main">
              <a:ext uri="{FF2B5EF4-FFF2-40B4-BE49-F238E27FC236}">
                <a16:creationId xmlns:a16="http://schemas.microsoft.com/office/drawing/2014/main" id="{F094B35B-1835-4D4A-A2E3-C6C08DBC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743325"/>
            <a:ext cx="2305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E2428"/>
                </a:solidFill>
                <a:latin typeface="Aptos"/>
                <a:ea typeface="Aptos"/>
                <a:cs typeface="Aptos"/>
              </a:rPr>
              <a:t>question hierarchy</a:t>
            </a:r>
          </a:p>
        </p:txBody>
      </p:sp>
      <p:sp>
        <p:nvSpPr>
          <p:cNvPr id="11" name="box-one result">
            <a:extLst xmlns:a="http://schemas.openxmlformats.org/drawingml/2006/main">
              <a:ext uri="{FF2B5EF4-FFF2-40B4-BE49-F238E27FC236}">
                <a16:creationId xmlns:a16="http://schemas.microsoft.com/office/drawing/2014/main" id="{A1852E42-4705-4DA1-AEEF-91871CEF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43300"/>
            <a:ext cx="2190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E2428"/>
            </a:solidFill>
            <a:prstDash val="solid"/>
          </a:ln>
        </p:spPr>
      </p:sp>
      <p:sp>
        <p:nvSpPr>
          <p:cNvPr id="12" name="label-one result">
            <a:extLst xmlns:a="http://schemas.openxmlformats.org/drawingml/2006/main">
              <a:ext uri="{FF2B5EF4-FFF2-40B4-BE49-F238E27FC236}">
                <a16:creationId xmlns:a16="http://schemas.microsoft.com/office/drawing/2014/main" id="{A2D1E12A-D28F-4F7A-8BDB-45EC50A7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43325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one result</a:t>
            </a:r>
          </a:p>
        </p:txBody>
      </p:sp>
      <p:sp>
        <p:nvSpPr>
          <p:cNvPr id="13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7BEBDC18-775C-459E-BF82-275334F6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8671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4" name="connector-horizontal">
            <a:extLst xmlns:a="http://schemas.openxmlformats.org/drawingml/2006/main">
              <a:ext uri="{FF2B5EF4-FFF2-40B4-BE49-F238E27FC236}">
                <a16:creationId xmlns:a16="http://schemas.microsoft.com/office/drawing/2014/main" id="{0DEDE98A-263C-4101-A6F4-A8B150A7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671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A49A"/>
          </a:solidFill>
          <a:ln xmlns:a="http://schemas.openxmlformats.org/drawingml/2006/main" w="0">
            <a:solidFill>
              <a:srgbClr val="A9A49A"/>
            </a:solidFill>
            <a:prstDash val="solid"/>
          </a:ln>
        </p:spPr>
      </p:sp>
      <p:sp>
        <p:nvSpPr>
          <p:cNvPr id="15" name="small-label-Discussion: which project is suitable, what capture friction matters, and what context assistants need.">
            <a:extLst xmlns:a="http://schemas.openxmlformats.org/drawingml/2006/main">
              <a:ext uri="{FF2B5EF4-FFF2-40B4-BE49-F238E27FC236}">
                <a16:creationId xmlns:a16="http://schemas.microsoft.com/office/drawing/2014/main" id="{DE0A413E-8CE8-4688-AD37-D270F212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8155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E242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E2428"/>
                </a:solidFill>
                <a:latin typeface="Aptos"/>
                <a:ea typeface="Aptos"/>
                <a:cs typeface="Aptos"/>
              </a:rPr>
              <a:t>Discussion: which project is suitable, what capture friction matters, and what context assistants need.</a:t>
            </a:r>
          </a:p>
        </p:txBody>
      </p:sp>
    </p:spTree>
    <p:extLst>
      <p:ext uri="{BB962C8B-B14F-4D97-AF65-F5344CB8AC3E}">
        <p14:creationId xmlns:p14="http://schemas.microsoft.com/office/powerpoint/2010/main" val="15930051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2026-06-04T18:37:40.0800000Z</dcterms:created>
  <dcterms:modified xsi:type="dcterms:W3CDTF">2026-06-04T18:37:40.0810000Z</dcterms:modified>
</coreProperties>
</file>
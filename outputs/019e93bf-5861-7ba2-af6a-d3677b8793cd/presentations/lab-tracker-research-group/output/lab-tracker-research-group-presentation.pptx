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cb7bb1aae2e4e84" Type="http://schemas.openxmlformats.org/officeDocument/2006/relationships/extended-properties" Target="docProps/app.xml"/><Relationship Id="R6cba1c99c503483a" Type="http://schemas.openxmlformats.org/officeDocument/2006/relationships/officeDocument" Target="ppt/presentation.xml"/><Relationship Id="Ra20ccf101fd9443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43656184424a21"/>
  </p:sldMasterIdLst>
  <p:notesMasterIdLst>
    <p:notesMasterId xmlns:r="http://schemas.openxmlformats.org/officeDocument/2006/relationships" r:id="R926e5fd9f15e47a3"/>
  </p:notesMasterIdLst>
  <p:sldIdLst>
    <p:sldId xmlns:r="http://schemas.openxmlformats.org/officeDocument/2006/relationships" id="256" r:id="R373b2419744d4ee9"/>
    <p:sldId xmlns:r="http://schemas.openxmlformats.org/officeDocument/2006/relationships" id="257" r:id="R071ca45ef8a14b5b"/>
    <p:sldId xmlns:r="http://schemas.openxmlformats.org/officeDocument/2006/relationships" id="258" r:id="R6b6ed883f77348c7"/>
    <p:sldId xmlns:r="http://schemas.openxmlformats.org/officeDocument/2006/relationships" id="259" r:id="Rab29d1ba7ace4bfe"/>
    <p:sldId xmlns:r="http://schemas.openxmlformats.org/officeDocument/2006/relationships" id="260" r:id="Rfea347b9149c43cb"/>
    <p:sldId xmlns:r="http://schemas.openxmlformats.org/officeDocument/2006/relationships" id="261" r:id="Raaada9ffa0be4372"/>
    <p:sldId xmlns:r="http://schemas.openxmlformats.org/officeDocument/2006/relationships" id="262" r:id="R5d88ffe352214c8a"/>
    <p:sldId xmlns:r="http://schemas.openxmlformats.org/officeDocument/2006/relationships" id="263" r:id="R2426091b85c54057"/>
    <p:sldId xmlns:r="http://schemas.openxmlformats.org/officeDocument/2006/relationships" id="264" r:id="R74df5b431844446c"/>
    <p:sldId xmlns:r="http://schemas.openxmlformats.org/officeDocument/2006/relationships" id="265" r:id="R7e4db9c68f134c70"/>
    <p:sldId xmlns:r="http://schemas.openxmlformats.org/officeDocument/2006/relationships" id="266" r:id="R0ab062100e8742e5"/>
    <p:sldId xmlns:r="http://schemas.openxmlformats.org/officeDocument/2006/relationships" id="267" r:id="Re46291e872aa4b27"/>
    <p:sldId xmlns:r="http://schemas.openxmlformats.org/officeDocument/2006/relationships" id="269" r:id="Rd891956bd4df4dfd"/>
    <p:sldId xmlns:r="http://schemas.openxmlformats.org/officeDocument/2006/relationships" id="270" r:id="Ra3dcef098af44e1b"/>
    <p:sldId xmlns:r="http://schemas.openxmlformats.org/officeDocument/2006/relationships" id="272" r:id="R3caa659d082a40db"/>
    <p:sldId xmlns:r="http://schemas.openxmlformats.org/officeDocument/2006/relationships" id="273" r:id="R62a17a1b879646f8"/>
    <p:sldId xmlns:r="http://schemas.openxmlformats.org/officeDocument/2006/relationships" id="274" r:id="R047b4bc82ebb4b21"/>
    <p:sldId xmlns:r="http://schemas.openxmlformats.org/officeDocument/2006/relationships" id="275" r:id="Ra8435cbe8bf74ed2"/>
    <p:sldId xmlns:r="http://schemas.openxmlformats.org/officeDocument/2006/relationships" id="276" r:id="R0f37e94a20a141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47b4bc82ebb4b21" Type="http://schemas.openxmlformats.org/officeDocument/2006/relationships/slide" Target="slides/slide17.xml"/><Relationship Id="R071ca45ef8a14b5b" Type="http://schemas.openxmlformats.org/officeDocument/2006/relationships/slide" Target="slides/slide2.xml"/><Relationship Id="R0ab062100e8742e5" Type="http://schemas.openxmlformats.org/officeDocument/2006/relationships/slide" Target="slides/slide11.xml"/><Relationship Id="R0f37e94a20a1415d" Type="http://schemas.openxmlformats.org/officeDocument/2006/relationships/slide" Target="slides/slide19.xml"/><Relationship Id="R2426091b85c54057" Type="http://schemas.openxmlformats.org/officeDocument/2006/relationships/slide" Target="slides/slide8.xml"/><Relationship Id="R2643656184424a21" Type="http://schemas.openxmlformats.org/officeDocument/2006/relationships/slideMaster" Target="slideMasters/slideMaster1.xml"/><Relationship Id="R373b2419744d4ee9" Type="http://schemas.openxmlformats.org/officeDocument/2006/relationships/slide" Target="slides/slide1.xml"/><Relationship Id="R3caa659d082a40db" Type="http://schemas.openxmlformats.org/officeDocument/2006/relationships/slide" Target="slides/slide15.xml"/><Relationship Id="R402c4ae83c974092" Type="http://schemas.openxmlformats.org/officeDocument/2006/relationships/viewProps" Target="viewProps.xml"/><Relationship Id="R48bf9b93b14e46c6" Type="http://schemas.openxmlformats.org/officeDocument/2006/relationships/presProps" Target="presProps.xml"/><Relationship Id="R5d88ffe352214c8a" Type="http://schemas.openxmlformats.org/officeDocument/2006/relationships/slide" Target="slides/slide7.xml"/><Relationship Id="R62a17a1b879646f8" Type="http://schemas.openxmlformats.org/officeDocument/2006/relationships/slide" Target="slides/slide16.xml"/><Relationship Id="R6b6ed883f77348c7" Type="http://schemas.openxmlformats.org/officeDocument/2006/relationships/slide" Target="slides/slide3.xml"/><Relationship Id="R6f2480593acb4ded" Type="http://schemas.openxmlformats.org/officeDocument/2006/relationships/theme" Target="theme/theme1.xml"/><Relationship Id="R74df5b431844446c" Type="http://schemas.openxmlformats.org/officeDocument/2006/relationships/slide" Target="slides/slide9.xml"/><Relationship Id="R7e4db9c68f134c70" Type="http://schemas.openxmlformats.org/officeDocument/2006/relationships/slide" Target="slides/slide10.xml"/><Relationship Id="R926e5fd9f15e47a3" Type="http://schemas.openxmlformats.org/officeDocument/2006/relationships/notesMaster" Target="notesMasters/notesMaster1.xml"/><Relationship Id="Ra3dcef098af44e1b" Type="http://schemas.openxmlformats.org/officeDocument/2006/relationships/slide" Target="slides/slide14.xml"/><Relationship Id="Ra8435cbe8bf74ed2" Type="http://schemas.openxmlformats.org/officeDocument/2006/relationships/slide" Target="slides/slide18.xml"/><Relationship Id="Raaada9ffa0be4372" Type="http://schemas.openxmlformats.org/officeDocument/2006/relationships/slide" Target="slides/slide6.xml"/><Relationship Id="Rab29d1ba7ace4bfe" Type="http://schemas.openxmlformats.org/officeDocument/2006/relationships/slide" Target="slides/slide4.xml"/><Relationship Id="Rd891956bd4df4dfd" Type="http://schemas.openxmlformats.org/officeDocument/2006/relationships/slide" Target="slides/slide13.xml"/><Relationship Id="Re2ec2caa8ce046fc" Type="http://schemas.openxmlformats.org/officeDocument/2006/relationships/tableStyles" Target="tableStyles.xml"/><Relationship Id="Re46291e872aa4b27" Type="http://schemas.openxmlformats.org/officeDocument/2006/relationships/slide" Target="slides/slide12.xml"/><Relationship Id="Rfea347b9149c43cb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5d234bf37b9648c2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718ce99ec94046" Type="http://schemas.openxmlformats.org/officeDocument/2006/relationships/slide" Target="../slides/slide1.xml"/><Relationship Id="R89a44de6a57b4e08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59241a74e6f4608" Type="http://schemas.openxmlformats.org/officeDocument/2006/relationships/slide" Target="../slides/slide2.xml"/><Relationship Id="R184859ab2ca149b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60ed16c17f14f01" Type="http://schemas.openxmlformats.org/officeDocument/2006/relationships/slide" Target="../slides/slide3.xml"/><Relationship Id="R699564209abb4cb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dee668311684949" Type="http://schemas.openxmlformats.org/officeDocument/2006/relationships/notesMaster" Target="../notesMasters/notesMaster1.xml"/><Relationship Id="R70ed27fc28974d4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d7d0760946f4770" Type="http://schemas.openxmlformats.org/officeDocument/2006/relationships/notesMaster" Target="../notesMasters/notesMaster1.xml"/><Relationship Id="Rd425a7ab62a54a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aee9a7767df463b" Type="http://schemas.openxmlformats.org/officeDocument/2006/relationships/notesMaster" Target="../notesMasters/notesMaster1.xml"/><Relationship Id="R9425ac547adf4eb0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0ef1c3615d04b03" Type="http://schemas.openxmlformats.org/officeDocument/2006/relationships/slide" Target="../slides/slide7.xml"/><Relationship Id="Rd9b1b0c4aaa2422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5649b5779bf42ca" Type="http://schemas.openxmlformats.org/officeDocument/2006/relationships/notesMaster" Target="../notesMasters/notesMaster1.xml"/><Relationship Id="Rcfd2a0164e62401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71edd2f0005e4a39" Type="http://schemas.openxmlformats.org/officeDocument/2006/relationships/notesMaster" Target="../notesMasters/notesMaster1.xml"/><Relationship Id="Re07c9d630a384a18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71cf7801cc854fe9" Type="http://schemas.openxmlformats.org/officeDocument/2006/relationships/notesMaster" Target="../notesMasters/notesMaster1.xml"/><Relationship Id="Rda0d10c3fd67418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3c71632f8d6f4f6d" Type="http://schemas.openxmlformats.org/officeDocument/2006/relationships/notesMaster" Target="../notesMasters/notesMaster1.xml"/><Relationship Id="Ra93a40827d4943c7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d3eec33de8e4bd0" Type="http://schemas.openxmlformats.org/officeDocument/2006/relationships/slide" Target="../slides/slide12.xml"/><Relationship Id="R34315f4232ae41b0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c1b5c112eefc4f2a" Type="http://schemas.openxmlformats.org/officeDocument/2006/relationships/notesMaster" Target="../notesMasters/notesMaster1.xml"/><Relationship Id="Rd5097f63a9cf4f1f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b5c7c98cc4e84e26" Type="http://schemas.openxmlformats.org/officeDocument/2006/relationships/notesMaster" Target="../notesMasters/notesMaster1.xml"/><Relationship Id="Rd75675baf561413e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04c108e2cbfe42e5" Type="http://schemas.openxmlformats.org/officeDocument/2006/relationships/slide" Target="../slides/slide15.xml"/><Relationship Id="R33edeb15f285469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7c869816f8a74d33" Type="http://schemas.openxmlformats.org/officeDocument/2006/relationships/slide" Target="../slides/slide16.xml"/><Relationship Id="R95228ea5c7ec4f7e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3ed16b4f38794a83" Type="http://schemas.openxmlformats.org/officeDocument/2006/relationships/notesMaster" Target="../notesMasters/notesMaster1.xml"/><Relationship Id="Rda61eba23ce440e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9fc049c925014a50" Type="http://schemas.openxmlformats.org/officeDocument/2006/relationships/notesMaster" Target="../notesMasters/notesMaster1.xml"/><Relationship Id="Rbdcd0f1009424f98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9e0124854fd34e74" Type="http://schemas.openxmlformats.org/officeDocument/2006/relationships/notesMaster" Target="../notesMasters/notesMaster1.xml"/><Relationship Id="Rd5f20ee8e4584207" Type="http://schemas.openxmlformats.org/officeDocument/2006/relationships/slide" Target="../slides/slide1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c71a3636cce469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6cee789f54c4765" Type="http://schemas.openxmlformats.org/officeDocument/2006/relationships/slideLayout" Target="../slideLayouts/slideLayout1.xml"/><Relationship Id="Rce97d92e7cee4e9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ee789f54c47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5de51cd748f4d0f" Type="http://schemas.openxmlformats.org/officeDocument/2006/relationships/notesSlide" Target="../notesSlides/notesSlide1.xml"/><Relationship Id="Rdb69950d2025450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e43c8d02c20402d" Type="http://schemas.openxmlformats.org/officeDocument/2006/relationships/notesSlide" Target="../notesSlides/notesSlide2.xml"/><Relationship Id="R961920ce7fc04ec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78519288c0a4849" Type="http://schemas.openxmlformats.org/officeDocument/2006/relationships/slideLayout" Target="../slideLayouts/slideLayout1.xml"/><Relationship Id="Rd749b56357f3496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b9e881f06364d07" Type="http://schemas.openxmlformats.org/officeDocument/2006/relationships/slideLayout" Target="../slideLayouts/slideLayout1.xml"/><Relationship Id="Radd4c14b039f48b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86c3f22717c4227" Type="http://schemas.openxmlformats.org/officeDocument/2006/relationships/notesSlide" Target="../notesSlides/notesSlide5.xml"/><Relationship Id="R94aaffcb106842cb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edfb72dea624aac" Type="http://schemas.openxmlformats.org/officeDocument/2006/relationships/slideLayout" Target="../slideLayouts/slideLayout1.xml"/><Relationship Id="Rc279e0e1590b456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adca5c08cad14e59" Type="http://schemas.openxmlformats.org/officeDocument/2006/relationships/slideLayout" Target="../slideLayouts/slideLayout1.xml"/><Relationship Id="Rb40684edb41b498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961c38184e4c4383" Type="http://schemas.openxmlformats.org/officeDocument/2006/relationships/slideLayout" Target="../slideLayouts/slideLayout1.xml"/><Relationship Id="Rfd326324ae7b404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79c11a5c93bb4ce5" Type="http://schemas.openxmlformats.org/officeDocument/2006/relationships/slideLayout" Target="../slideLayouts/slideLayout1.xml"/><Relationship Id="R7e31c0706f4c459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9341360ea7c14398" Type="http://schemas.openxmlformats.org/officeDocument/2006/relationships/slideLayout" Target="../slideLayouts/slideLayout1.xml"/><Relationship Id="Rb112006c44bb487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c060b7ac40874a11" Type="http://schemas.openxmlformats.org/officeDocument/2006/relationships/notesSlide" Target="../notesSlides/notesSlide11.xml"/><Relationship Id="Rfff2755e82804fbc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620bd6cece10496e" Type="http://schemas.openxmlformats.org/officeDocument/2006/relationships/notesSlide" Target="../notesSlides/notesSlide12.xml"/><Relationship Id="Reded326e5e4f465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f87402011bd42dd" Type="http://schemas.openxmlformats.org/officeDocument/2006/relationships/notesSlide" Target="../notesSlides/notesSlide14.xml"/><Relationship Id="R96217cb0dbe34378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169f8f2f1654009" Type="http://schemas.openxmlformats.org/officeDocument/2006/relationships/slideLayout" Target="../slideLayouts/slideLayout1.xml"/><Relationship Id="R1281bac438a54e91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f26806e8a3544f59" Type="http://schemas.openxmlformats.org/officeDocument/2006/relationships/notesSlide" Target="../notesSlides/notesSlide17.xml"/><Relationship Id="Rf8ceb4410b914383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f5cb747970f246d1" Type="http://schemas.openxmlformats.org/officeDocument/2006/relationships/notesSlide" Target="../notesSlides/notesSlide18.xml"/><Relationship Id="Rf69bd30865244cbc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970efd82e0c4a90" Type="http://schemas.openxmlformats.org/officeDocument/2006/relationships/slideLayout" Target="../slideLayouts/slideLayout1.xml"/><Relationship Id="Rbba5443e5c3a4207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9612becb013048af" Type="http://schemas.openxmlformats.org/officeDocument/2006/relationships/notesSlide" Target="../notesSlides/notesSlide20.xml"/><Relationship Id="Ra0d375fcf66245b3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c9e4faaab35448a" Type="http://schemas.openxmlformats.org/officeDocument/2006/relationships/slideLayout" Target="../slideLayouts/slideLayout1.xml"/><Relationship Id="Rfa6500ce6f794199" Type="http://schemas.openxmlformats.org/officeDocument/2006/relationships/notesSlide" Target="../notesSlides/notesSlide2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64389CE-BE3D-476D-BD32-1AFD56AA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74C55D5-D071-4C03-96CB-F3A8F7A2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ED2C96-E198-4B7E-A89B-C9039835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619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Lab Tracker: preserving experimental rationale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04A3E83-CBB9-427E-BEE1-3EC6F790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00450"/>
            <a:ext cx="590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Questions → evidence → claims → figures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97486D-637F-4890-90DE-F6424DFE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665566-9F57-4FE5-B8DF-4F3893CE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69186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ACF33C3-8208-4C66-8ABB-0F6A1FB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AB4512-147D-4F3C-8FEB-10B17642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CORE PREMISE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1DBCB8F-1156-4FF7-9658-1E564AB9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82D4AA8-B1DD-477E-8E5A-8E135758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530A358-B632-4D0A-BEFC-63BDA115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A4D8541B-FD85-407C-9656-A0BD4F94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useful record includes why an experiment was done.</a:t>
            </a:r>
          </a:p>
        </p:txBody>
      </p:sp>
    </p:spTree>
    <p:extLst>
      <p:ext uri="{BB962C8B-B14F-4D97-AF65-F5344CB8AC3E}">
        <p14:creationId xmlns:p14="http://schemas.microsoft.com/office/powerpoint/2010/main" val="14596921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C1B7180-B615-402F-9900-B5F9AA32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0A2E0BD-E022-440C-9321-1E0F802D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MAP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83E39EED-D002-45EB-A5EA-0F441121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C72B9A6-A1C1-45FF-BDBA-2C62C3ED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5375E7A-6D72-4CBE-9405-6EE05C00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C5B07773-7414-49D8-A47C-357AD3CE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argument has three linked problems.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AF35FC53-1A20-4FFD-8577-DC568721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F929027-84C5-453D-9DEA-A3FA9AFA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F63D5E61-4CAC-4B78-9398-6C1CA59D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BAA9D2F0-5FE3-4822-9DE2-B37724A3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FDC1E5FB-AF3A-4C81-8C25-BA2D2F34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6CE8CE6E-FFD6-4202-96E6-6DDEADFB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F481789A-CD14-4D87-BE4B-271D4D44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5F31DCB-00F6-447A-8045-292CE73D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2AC43-C57C-4115-B6F5-E78E82C6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experiment record loses the motivating question.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62CF-6DCC-4EC1-A6E1-7ED44321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assistant then lacks the same lab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273509-4AA3-4168-ACED-77DB0480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bookkeeping is too brittle to fix this reliably.</a:t>
            </a:r>
          </a:p>
        </p:txBody>
      </p:sp>
    </p:spTree>
    <p:extLst>
      <p:ext uri="{BB962C8B-B14F-4D97-AF65-F5344CB8AC3E}">
        <p14:creationId xmlns:p14="http://schemas.microsoft.com/office/powerpoint/2010/main" val="1819122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4FFB565-20D0-4F6D-A248-64AD7D8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29AC7B7-201B-4DCC-8631-4DDC10DB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51953D3-54D6-482A-A263-A2FC0BDC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2F0BAC7-D790-41BD-A416-5101A5F9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0A5D3A4-0AE1-485B-9A55-A56C16F3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4A83A6BD-B228-4D81-B120-3FB1B729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1: the record loses the question an experiment answered.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860089E-D93D-40BF-B73E-62068FEC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2AC39033-F62C-48DE-B574-27704B71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C936F5B5-B689-47CD-A847-530DFDA4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0853C83D-C9EF-4D6B-AEC3-0C57A7A9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C3E99DD-FD9F-4E09-AC48-C713A6CB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0DBB948C-653C-458A-BD9F-DC9D69A4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DD4EDE90-D786-42D8-8F68-529F88D4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47FF364-2EF8-4227-9EB7-F0DABCCF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4963DB82-38C3-4421-821F-7421C175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22191"/>
            <a:ext cx="22402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15495B4A-74CF-4F68-A34C-7C4E2D51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31920"/>
            <a:ext cx="2020824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17" name="box-notebook note">
            <a:extLst xmlns:a="http://schemas.openxmlformats.org/drawingml/2006/main">
              <a:ext uri="{FF2B5EF4-FFF2-40B4-BE49-F238E27FC236}">
                <a16:creationId xmlns:a16="http://schemas.microsoft.com/office/drawing/2014/main" id="{C4ECC6F5-921E-41E5-ADE5-59C9B52F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notebook note">
            <a:extLst xmlns:a="http://schemas.openxmlformats.org/drawingml/2006/main">
              <a:ext uri="{FF2B5EF4-FFF2-40B4-BE49-F238E27FC236}">
                <a16:creationId xmlns:a16="http://schemas.microsoft.com/office/drawing/2014/main" id="{698BB818-DCF5-44D7-BBF0-DACFA890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bench note (fly07)</a:t>
            </a:r>
          </a:p>
        </p:txBody>
      </p:sp>
      <p:sp>
        <p:nvSpPr>
          <p:cNvPr id="1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B6979-9E9E-41B8-AF67-CBD47D18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90DE3-F89A-425C-8BEA-2C38311A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21" name="box-analysis notebook">
            <a:extLst xmlns:a="http://schemas.openxmlformats.org/drawingml/2006/main">
              <a:ext uri="{FF2B5EF4-FFF2-40B4-BE49-F238E27FC236}">
                <a16:creationId xmlns:a16="http://schemas.microsoft.com/office/drawing/2014/main" id="{C1C668A7-E05D-460C-A1E5-A4A39D8C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abel-analysis notebook">
            <a:extLst xmlns:a="http://schemas.openxmlformats.org/drawingml/2006/main">
              <a:ext uri="{FF2B5EF4-FFF2-40B4-BE49-F238E27FC236}">
                <a16:creationId xmlns:a16="http://schemas.microsoft.com/office/drawing/2014/main" id="{35511751-3370-4DEF-8648-E7C275A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23" name="box-figure draft">
            <a:extLst xmlns:a="http://schemas.openxmlformats.org/drawingml/2006/main">
              <a:ext uri="{FF2B5EF4-FFF2-40B4-BE49-F238E27FC236}">
                <a16:creationId xmlns:a16="http://schemas.microsoft.com/office/drawing/2014/main" id="{2F1A9023-5AA6-4F2F-A04C-DB477508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figure draft">
            <a:extLst xmlns:a="http://schemas.openxmlformats.org/drawingml/2006/main">
              <a:ext uri="{FF2B5EF4-FFF2-40B4-BE49-F238E27FC236}">
                <a16:creationId xmlns:a16="http://schemas.microsoft.com/office/drawing/2014/main" id="{71FFE889-AEDA-47D9-A052-DB712A1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 (draft)</a:t>
            </a:r>
          </a:p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85F23002-55E3-4E01-904E-7D404433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6CF01D0B-0ED2-414C-B861-68184F1E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2462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A6F18EB-DB9A-45B7-A6D9-633202E1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196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4640EAE7-4D70-4CE0-A29A-0E65E5FD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1471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BE103D64-EEA0-48FA-A43A-48A04B0E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0976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FEAE7C55-C89A-4D2A-8801-C65EDA26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0443FCEA-5CA9-4095-87FC-1663912D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39985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55915C32-28DF-409D-80E3-27B91D05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39490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54A6705C-70FE-4EBF-AD3E-FC893723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38995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6F06A42E-F83B-4B5D-8193-9816F783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38500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E40D4F9-1794-4824-9857-E17A7B4C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800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D19FFC-8D11-487A-9CFC-C64DBC92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73380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7B2BD5E7-E171-4209-87C4-965C35B9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190633F-CEFC-4EBB-873F-6F21C5DB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3338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66912588-8CD4-4ADC-833A-8BAFD535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371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B56134FB-5D0B-4843-98B9-A407E108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10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7D1C981-5C2F-4D4B-B20A-B7540D7E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448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D88D63F8-A949-4965-BFA2-DC48D8ED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E45AAA3-12FD-46B8-9A8E-C33A9F99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FB333156-6B85-499E-AA98-96344DB0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4562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4065EBA3-DD06-45B5-BDE4-13DD7B94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4600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D6BBA27A-2CE1-4FF5-AB0B-1670D9E0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4638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4EDE7175-A9DD-41D7-B96A-E3C8E987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76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EE489B-BF4D-41AB-BF5D-D077748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719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49" name="line-h">
            <a:extLst xmlns:a="http://schemas.openxmlformats.org/drawingml/2006/main">
              <a:ext uri="{FF2B5EF4-FFF2-40B4-BE49-F238E27FC236}">
                <a16:creationId xmlns:a16="http://schemas.microsoft.com/office/drawing/2014/main" id="{CF4C57DA-B533-454B-A204-18F48DD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100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line-h">
            <a:extLst xmlns:a="http://schemas.openxmlformats.org/drawingml/2006/main">
              <a:ext uri="{FF2B5EF4-FFF2-40B4-BE49-F238E27FC236}">
                <a16:creationId xmlns:a16="http://schemas.microsoft.com/office/drawing/2014/main" id="{C62A424F-712B-42E1-AC7B-5AB6E3E9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863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8F8172-FBB1-4328-9685-A9032C80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76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Later readers see artifacts, but not the question each artifact was meant to resolve.</a:t>
            </a:r>
          </a:p>
        </p:txBody>
      </p:sp>
    </p:spTree>
    <p:extLst>
      <p:ext uri="{BB962C8B-B14F-4D97-AF65-F5344CB8AC3E}">
        <p14:creationId xmlns:p14="http://schemas.microsoft.com/office/powerpoint/2010/main" val="15103329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14338B9-79AE-46CD-AE8D-76463CCB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ACC1C6-6A9D-4C26-8EA4-A36957DD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69D5B165-3425-4E7B-8C52-074196E4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56FE963A-6654-40B3-8020-C27D6498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70F26C9-A849-4D1C-A93F-BD1C4182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0902B6D-DC9C-4662-A277-3E94020E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2: assistants inherit the missing context.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C0B9FEFD-D3D5-4345-A7D4-BF807472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CD47931-5897-4D0F-AECE-E0DA7659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E5425C6C-4626-4314-B5E3-D973EE03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655F9B42-FD90-4404-B261-85DD5C63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A2EAABFD-EC45-40C3-B4B7-E3421AB1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785D6754-2BCF-441B-BD6A-9296E4E0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8FF494B6-BB51-4921-BDC5-20A103FD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5A1C352F-FF44-4EDE-807F-1486AFC2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prompt + files">
            <a:extLst xmlns:a="http://schemas.openxmlformats.org/drawingml/2006/main">
              <a:ext uri="{FF2B5EF4-FFF2-40B4-BE49-F238E27FC236}">
                <a16:creationId xmlns:a16="http://schemas.microsoft.com/office/drawing/2014/main" id="{ACFC4799-5D3C-42F0-8927-F81B4726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198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prompt + files">
            <a:extLst xmlns:a="http://schemas.openxmlformats.org/drawingml/2006/main">
              <a:ext uri="{FF2B5EF4-FFF2-40B4-BE49-F238E27FC236}">
                <a16:creationId xmlns:a16="http://schemas.microsoft.com/office/drawing/2014/main" id="{824B61D0-52B7-4F4A-9DD9-81047A7B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624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prompt + files</a:t>
            </a:r>
          </a:p>
        </p:txBody>
      </p:sp>
      <p:sp>
        <p:nvSpPr>
          <p:cNvPr id="17" name="box-model">
            <a:extLst xmlns:a="http://schemas.openxmlformats.org/drawingml/2006/main">
              <a:ext uri="{FF2B5EF4-FFF2-40B4-BE49-F238E27FC236}">
                <a16:creationId xmlns:a16="http://schemas.microsoft.com/office/drawing/2014/main" id="{864DB356-5AC0-498F-8BD2-101BB26B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1600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model">
            <a:extLst xmlns:a="http://schemas.openxmlformats.org/drawingml/2006/main">
              <a:ext uri="{FF2B5EF4-FFF2-40B4-BE49-F238E27FC236}">
                <a16:creationId xmlns:a16="http://schemas.microsoft.com/office/drawing/2014/main" id="{DB2F1415-1E8F-4670-BE3C-FC3DE2C8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6240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9" name="box-plausible output">
            <a:extLst xmlns:a="http://schemas.openxmlformats.org/drawingml/2006/main">
              <a:ext uri="{FF2B5EF4-FFF2-40B4-BE49-F238E27FC236}">
                <a16:creationId xmlns:a16="http://schemas.microsoft.com/office/drawing/2014/main" id="{FC727E41-6738-4C28-9429-978C2FE4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48100"/>
            <a:ext cx="2171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plausible output">
            <a:extLst xmlns:a="http://schemas.openxmlformats.org/drawingml/2006/main">
              <a:ext uri="{FF2B5EF4-FFF2-40B4-BE49-F238E27FC236}">
                <a16:creationId xmlns:a16="http://schemas.microsoft.com/office/drawing/2014/main" id="{294A9429-BCA7-451C-B1D4-9F144D32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plausible output</a:t>
            </a:r>
          </a:p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952A0222-AC84-4D24-9761-32C95F75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9575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34C537E-8192-434A-9D24-E20F2B9D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9575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box-project goal">
            <a:extLst xmlns:a="http://schemas.openxmlformats.org/drawingml/2006/main">
              <a:ext uri="{FF2B5EF4-FFF2-40B4-BE49-F238E27FC236}">
                <a16:creationId xmlns:a16="http://schemas.microsoft.com/office/drawing/2014/main" id="{7A6A2888-6832-43D0-91B7-EF5D85B1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project goal">
            <a:extLst xmlns:a="http://schemas.openxmlformats.org/drawingml/2006/main">
              <a:ext uri="{FF2B5EF4-FFF2-40B4-BE49-F238E27FC236}">
                <a16:creationId xmlns:a16="http://schemas.microsoft.com/office/drawing/2014/main" id="{3524830F-494C-4A2C-810C-B54CA278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project goal</a:t>
            </a:r>
          </a:p>
        </p:txBody>
      </p:sp>
      <p:sp>
        <p:nvSpPr>
          <p:cNvPr id="25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B34217C-1990-440C-900F-4E9EAB93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0084DB93-0499-416E-BAE6-25C3CFE0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 hierarchy</a:t>
            </a:r>
          </a:p>
        </p:txBody>
      </p:sp>
      <p:sp>
        <p:nvSpPr>
          <p:cNvPr id="27" name="box-prior claims">
            <a:extLst xmlns:a="http://schemas.openxmlformats.org/drawingml/2006/main">
              <a:ext uri="{FF2B5EF4-FFF2-40B4-BE49-F238E27FC236}">
                <a16:creationId xmlns:a16="http://schemas.microsoft.com/office/drawing/2014/main" id="{B2CE4AFB-CC61-4FBB-86FB-86EF0094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abel-prior claims">
            <a:extLst xmlns:a="http://schemas.openxmlformats.org/drawingml/2006/main">
              <a:ext uri="{FF2B5EF4-FFF2-40B4-BE49-F238E27FC236}">
                <a16:creationId xmlns:a16="http://schemas.microsoft.com/office/drawing/2014/main" id="{1E78364C-473A-44ED-B8F1-92F5FC7E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prior claims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469A58-24E8-4C18-BC64-5D3AF525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482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not in the prompt</a:t>
            </a:r>
          </a:p>
        </p:txBody>
      </p:sp>
      <p:sp>
        <p:nvSpPr>
          <p:cNvPr id="30" name="line-v">
            <a:extLst xmlns:a="http://schemas.openxmlformats.org/drawingml/2006/main">
              <a:ext uri="{FF2B5EF4-FFF2-40B4-BE49-F238E27FC236}">
                <a16:creationId xmlns:a16="http://schemas.microsoft.com/office/drawing/2014/main" id="{EE2BC367-9E3B-4BBB-87D4-5239F063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4340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D24D32-6622-4FA4-B643-C74B881B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57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failure is not reasoning capacity. It is absence of lab-specific context.</a:t>
            </a:r>
          </a:p>
        </p:txBody>
      </p:sp>
    </p:spTree>
    <p:extLst>
      <p:ext uri="{BB962C8B-B14F-4D97-AF65-F5344CB8AC3E}">
        <p14:creationId xmlns:p14="http://schemas.microsoft.com/office/powerpoint/2010/main" val="14667356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874E194-5A2F-41AF-9F8F-743EAD29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BB4444D-D8F8-4CD4-B0A3-B0164FEE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3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DAE4257-1B40-4E1F-8718-6643880D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740CE1A-AE97-451B-A8E7-4082D89F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6A151E6-85AC-4E8D-9255-2ECF2B08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B65DC40-BB52-4722-8DE7-D022A13E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3: complete context is not maintainable by manual bookkeeping.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EAC5C3C-E360-4EA6-BE37-CD8805B0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BC3A8246-24D3-4BDB-AAC7-F203D41D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119639AA-34AB-4D85-8E30-406142E4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D2BEB1A-96B2-46FF-9111-37FEFD8C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2FD48647-9C14-48DD-BA1B-6F2BBBF6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4F451475-0CF4-4229-B458-EDF38BF6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73FC323-66DD-4D3C-82B2-920E3F06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7AD166A-A76C-41B2-8634-2575C79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new note">
            <a:extLst xmlns:a="http://schemas.openxmlformats.org/drawingml/2006/main">
              <a:ext uri="{FF2B5EF4-FFF2-40B4-BE49-F238E27FC236}">
                <a16:creationId xmlns:a16="http://schemas.microsoft.com/office/drawing/2014/main" id="{8AF86083-E7D7-448D-B653-39F0EE58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new note">
            <a:extLst xmlns:a="http://schemas.openxmlformats.org/drawingml/2006/main">
              <a:ext uri="{FF2B5EF4-FFF2-40B4-BE49-F238E27FC236}">
                <a16:creationId xmlns:a16="http://schemas.microsoft.com/office/drawing/2014/main" id="{B8F243A5-E2D6-4254-A2D0-0EB1DEB5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76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note</a:t>
            </a:r>
          </a:p>
        </p:txBody>
      </p:sp>
      <p:sp>
        <p:nvSpPr>
          <p:cNvPr id="17" name="box-new analysis">
            <a:extLst xmlns:a="http://schemas.openxmlformats.org/drawingml/2006/main">
              <a:ext uri="{FF2B5EF4-FFF2-40B4-BE49-F238E27FC236}">
                <a16:creationId xmlns:a16="http://schemas.microsoft.com/office/drawing/2014/main" id="{AFF13379-38D6-4EB8-8894-19E118E3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new analysis">
            <a:extLst xmlns:a="http://schemas.openxmlformats.org/drawingml/2006/main">
              <a:ext uri="{FF2B5EF4-FFF2-40B4-BE49-F238E27FC236}">
                <a16:creationId xmlns:a16="http://schemas.microsoft.com/office/drawing/2014/main" id="{626E6019-6937-4E93-8896-E8D38579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analysis</a:t>
            </a:r>
          </a:p>
        </p:txBody>
      </p:sp>
      <p:sp>
        <p:nvSpPr>
          <p:cNvPr id="19" name="box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8E3DC156-BEE2-4A5B-9222-893F0053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623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37FA5C44-CBF2-4F68-B743-5EA328AD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766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</p:txBody>
      </p:sp>
      <p:sp>
        <p:nvSpPr>
          <p:cNvPr id="21" name="box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5E968564-E1AC-4D82-B623-115026B4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6720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abel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02514980-139A-4B24-9F0B-BAA03547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8150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dataset -&gt; question</a:t>
            </a:r>
          </a:p>
        </p:txBody>
      </p:sp>
      <p:sp>
        <p:nvSpPr>
          <p:cNvPr id="23" name="box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08579966-6D86-4453-AE9B-D4D0695F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720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2ACE598B-B018-4DD7-A49E-6B1612F2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86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claim -&gt; evidence</a:t>
            </a:r>
          </a:p>
        </p:txBody>
      </p:sp>
      <p:sp>
        <p:nvSpPr>
          <p:cNvPr id="25" name="box-current graph">
            <a:extLst xmlns:a="http://schemas.openxmlformats.org/drawingml/2006/main">
              <a:ext uri="{FF2B5EF4-FFF2-40B4-BE49-F238E27FC236}">
                <a16:creationId xmlns:a16="http://schemas.microsoft.com/office/drawing/2014/main" id="{E2757F54-04D6-413E-84EA-CE6BD23C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67200"/>
            <a:ext cx="1981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abel-current graph">
            <a:extLst xmlns:a="http://schemas.openxmlformats.org/drawingml/2006/main">
              <a:ext uri="{FF2B5EF4-FFF2-40B4-BE49-F238E27FC236}">
                <a16:creationId xmlns:a16="http://schemas.microsoft.com/office/drawing/2014/main" id="{A5224BDB-AB29-4B26-B542-B84143DE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815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current graph</a:t>
            </a:r>
          </a:p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41BAE14D-40F6-404D-BE03-BD2CE9E9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181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F82AEB8-1707-4C58-A839-CE481E0A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14051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B83FB86-7A70-4DA1-84BE-46E718AF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0995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BFF01A0F-3848-4E57-8494-BE31D4AD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05860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78DF0ABA-7172-4AE6-B1D7-A33F1C1D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017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D0C2BEFA-F0B7-4812-920E-59E55DE1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766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9D9D7042-B2EF-4901-8F14-86147FF8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39357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8E9B9ACB-7152-4833-92CC-B48F9D1F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389477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84E35C5-965D-4543-89DF-E0653E66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38538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E5E661B0-F4FC-474E-8602-AE63E7A2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381285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CA208318-0011-4010-8116-81197917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947F845-9CFB-403C-BC70-7948B921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981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F39AA964-A033-4504-9BDF-D49141C4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93109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D1BFB079-0163-4374-AE67-EC28879D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8806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EBB1D7C-0E79-4458-91AB-562A33D0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10C4F598-B84B-4A9B-BB2A-BBC8C77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C56735A-2372-4321-8186-B2073DBA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291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6D7E77A2-F85D-4447-BEFC-1BC96799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46786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35CEAD90-438B-4021-8E0F-64FF3B32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46281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E87AF1AB-30F8-41A4-8624-1AD2C35D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4577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FA0F54C7-2692-4DD2-A912-50AD7398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4527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line-dot">
            <a:extLst xmlns:a="http://schemas.openxmlformats.org/drawingml/2006/main">
              <a:ext uri="{FF2B5EF4-FFF2-40B4-BE49-F238E27FC236}">
                <a16:creationId xmlns:a16="http://schemas.microsoft.com/office/drawing/2014/main" id="{D16CDE80-3F73-4D8E-8B2A-719BE22B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line-dot">
            <a:extLst xmlns:a="http://schemas.openxmlformats.org/drawingml/2006/main">
              <a:ext uri="{FF2B5EF4-FFF2-40B4-BE49-F238E27FC236}">
                <a16:creationId xmlns:a16="http://schemas.microsoft.com/office/drawing/2014/main" id="{609C0E6A-8032-4522-98B8-707BA7C6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line-dot">
            <a:extLst xmlns:a="http://schemas.openxmlformats.org/drawingml/2006/main">
              <a:ext uri="{FF2B5EF4-FFF2-40B4-BE49-F238E27FC236}">
                <a16:creationId xmlns:a16="http://schemas.microsoft.com/office/drawing/2014/main" id="{FD7E969C-E053-4B05-9C35-A007C471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382047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line-dot">
            <a:extLst xmlns:a="http://schemas.openxmlformats.org/drawingml/2006/main">
              <a:ext uri="{FF2B5EF4-FFF2-40B4-BE49-F238E27FC236}">
                <a16:creationId xmlns:a16="http://schemas.microsoft.com/office/drawing/2014/main" id="{A1A29ACC-69DD-4576-8251-540DFB47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38690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line-dot">
            <a:extLst xmlns:a="http://schemas.openxmlformats.org/drawingml/2006/main">
              <a:ext uri="{FF2B5EF4-FFF2-40B4-BE49-F238E27FC236}">
                <a16:creationId xmlns:a16="http://schemas.microsoft.com/office/drawing/2014/main" id="{BDA20199-F77D-473E-A9A1-E69606C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39176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line-dot">
            <a:extLst xmlns:a="http://schemas.openxmlformats.org/drawingml/2006/main">
              <a:ext uri="{FF2B5EF4-FFF2-40B4-BE49-F238E27FC236}">
                <a16:creationId xmlns:a16="http://schemas.microsoft.com/office/drawing/2014/main" id="{3AFE2EC0-B634-4B7B-9F11-D4DA8D32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3966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4" name="line-dot">
            <a:extLst xmlns:a="http://schemas.openxmlformats.org/drawingml/2006/main">
              <a:ext uri="{FF2B5EF4-FFF2-40B4-BE49-F238E27FC236}">
                <a16:creationId xmlns:a16="http://schemas.microsoft.com/office/drawing/2014/main" id="{42C25F7F-C36B-4571-BBC9-1BC4AF0D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40D8AEB5-897F-4CDD-998D-5280721E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0633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1CF716FA-B524-4C3D-8CF9-1DF6BF23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1119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A62E9063-D86E-49DF-8AB0-ACBF62DF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1605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3677459E-D974-4139-B7B4-21FECC7C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2090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6D461E74-07DA-4AA0-9879-0E0362D6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257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EAAF8FAF-53BB-45A0-9E03-3CDDCEB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85EB29CC-65F6-4138-BB50-D674632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44815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67642803-3593-444D-B49D-F3CF9E2D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8B7DFB40-87C5-4971-9B9B-1A8DE8BA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44910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17DFDE84-30BA-4135-BFB1-7DFFD174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4495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2FA47EB0-4DC6-483D-991A-1747A458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5005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6" name="line-dot">
            <a:extLst xmlns:a="http://schemas.openxmlformats.org/drawingml/2006/main">
              <a:ext uri="{FF2B5EF4-FFF2-40B4-BE49-F238E27FC236}">
                <a16:creationId xmlns:a16="http://schemas.microsoft.com/office/drawing/2014/main" id="{F0EC12E3-AD5A-40A2-AFFC-AF4B1B90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505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line-dot">
            <a:extLst xmlns:a="http://schemas.openxmlformats.org/drawingml/2006/main">
              <a:ext uri="{FF2B5EF4-FFF2-40B4-BE49-F238E27FC236}">
                <a16:creationId xmlns:a16="http://schemas.microsoft.com/office/drawing/2014/main" id="{AAC077C5-358A-48A7-85B6-B72FC445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510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8" name="line-dot">
            <a:extLst xmlns:a="http://schemas.openxmlformats.org/drawingml/2006/main">
              <a:ext uri="{FF2B5EF4-FFF2-40B4-BE49-F238E27FC236}">
                <a16:creationId xmlns:a16="http://schemas.microsoft.com/office/drawing/2014/main" id="{6B39DE87-0751-4C03-8FB7-36DD8F70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line-dot">
            <a:extLst xmlns:a="http://schemas.openxmlformats.org/drawingml/2006/main">
              <a:ext uri="{FF2B5EF4-FFF2-40B4-BE49-F238E27FC236}">
                <a16:creationId xmlns:a16="http://schemas.microsoft.com/office/drawing/2014/main" id="{A771BD3F-E89E-4351-A9FB-B2BCE48C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5196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0" name="line-dot">
            <a:extLst xmlns:a="http://schemas.openxmlformats.org/drawingml/2006/main">
              <a:ext uri="{FF2B5EF4-FFF2-40B4-BE49-F238E27FC236}">
                <a16:creationId xmlns:a16="http://schemas.microsoft.com/office/drawing/2014/main" id="{615DFA01-DC36-417E-AF9C-E88253F6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line-dot">
            <a:extLst xmlns:a="http://schemas.openxmlformats.org/drawingml/2006/main">
              <a:ext uri="{FF2B5EF4-FFF2-40B4-BE49-F238E27FC236}">
                <a16:creationId xmlns:a16="http://schemas.microsoft.com/office/drawing/2014/main" id="{091DEDAA-B58A-4BD0-9EBF-B609347D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1816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2" name="line-dot">
            <a:extLst xmlns:a="http://schemas.openxmlformats.org/drawingml/2006/main">
              <a:ext uri="{FF2B5EF4-FFF2-40B4-BE49-F238E27FC236}">
                <a16:creationId xmlns:a16="http://schemas.microsoft.com/office/drawing/2014/main" id="{25F50ECB-612C-4622-8EA8-55416D43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51425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line-dot">
            <a:extLst xmlns:a="http://schemas.openxmlformats.org/drawingml/2006/main">
              <a:ext uri="{FF2B5EF4-FFF2-40B4-BE49-F238E27FC236}">
                <a16:creationId xmlns:a16="http://schemas.microsoft.com/office/drawing/2014/main" id="{D54E10CF-0D37-472B-A2DC-2E870C01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51034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4" name="line-dot">
            <a:extLst xmlns:a="http://schemas.openxmlformats.org/drawingml/2006/main">
              <a:ext uri="{FF2B5EF4-FFF2-40B4-BE49-F238E27FC236}">
                <a16:creationId xmlns:a16="http://schemas.microsoft.com/office/drawing/2014/main" id="{91502FD5-3352-4EC8-84A4-A1DE118B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50644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line-dot">
            <a:extLst xmlns:a="http://schemas.openxmlformats.org/drawingml/2006/main">
              <a:ext uri="{FF2B5EF4-FFF2-40B4-BE49-F238E27FC236}">
                <a16:creationId xmlns:a16="http://schemas.microsoft.com/office/drawing/2014/main" id="{3AD124B6-7328-4A0A-8DF8-2088F417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5025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6" name="line-dot">
            <a:extLst xmlns:a="http://schemas.openxmlformats.org/drawingml/2006/main">
              <a:ext uri="{FF2B5EF4-FFF2-40B4-BE49-F238E27FC236}">
                <a16:creationId xmlns:a16="http://schemas.microsoft.com/office/drawing/2014/main" id="{AC383EC9-EDDD-410D-84D0-61B0A182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986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line-dot">
            <a:extLst xmlns:a="http://schemas.openxmlformats.org/drawingml/2006/main">
              <a:ext uri="{FF2B5EF4-FFF2-40B4-BE49-F238E27FC236}">
                <a16:creationId xmlns:a16="http://schemas.microsoft.com/office/drawing/2014/main" id="{0CDA213E-C9E0-4562-AA04-F754C8A9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947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8" name="line-dot">
            <a:extLst xmlns:a="http://schemas.openxmlformats.org/drawingml/2006/main">
              <a:ext uri="{FF2B5EF4-FFF2-40B4-BE49-F238E27FC236}">
                <a16:creationId xmlns:a16="http://schemas.microsoft.com/office/drawing/2014/main" id="{91DD604E-FC7D-4B9B-8DA8-555045BA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908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line-dot">
            <a:extLst xmlns:a="http://schemas.openxmlformats.org/drawingml/2006/main">
              <a:ext uri="{FF2B5EF4-FFF2-40B4-BE49-F238E27FC236}">
                <a16:creationId xmlns:a16="http://schemas.microsoft.com/office/drawing/2014/main" id="{47274DCC-6AAA-4267-A65D-4E3DFE60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869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0" name="line-dot">
            <a:extLst xmlns:a="http://schemas.openxmlformats.org/drawingml/2006/main">
              <a:ext uri="{FF2B5EF4-FFF2-40B4-BE49-F238E27FC236}">
                <a16:creationId xmlns:a16="http://schemas.microsoft.com/office/drawing/2014/main" id="{76AFF5F2-3D74-41E4-8BAE-AB954B38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line-dot">
            <a:extLst xmlns:a="http://schemas.openxmlformats.org/drawingml/2006/main">
              <a:ext uri="{FF2B5EF4-FFF2-40B4-BE49-F238E27FC236}">
                <a16:creationId xmlns:a16="http://schemas.microsoft.com/office/drawing/2014/main" id="{B650B271-4782-42A0-A410-2EC5F202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91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96EB4F4-0046-4E7C-85DF-3FFEBE76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19750"/>
            <a:ext cx="495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If each edge depends on separate manual entry, the graph falls behind ordinary lab work.</a:t>
            </a:r>
          </a:p>
        </p:txBody>
      </p:sp>
    </p:spTree>
    <p:extLst>
      <p:ext uri="{BB962C8B-B14F-4D97-AF65-F5344CB8AC3E}">
        <p14:creationId xmlns:p14="http://schemas.microsoft.com/office/powerpoint/2010/main" val="79350253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AAED676-AF74-4508-8126-DDB18D3D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661BF5D-8C04-4446-9125-AF1ECA61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E83565B-4623-428D-8AA7-E0AA7F6D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2E701B6F-EE76-4EC8-B7BC-9D785A71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C883E10-652D-428F-9AD3-BB697D36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62E3ACA7-B01A-4F7E-9396-1B7B5C8A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shared graph preserves rationale for later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F88444A-7FE5-418B-8647-C32231C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FC4F8A0-319C-48DC-AB37-9BCA83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5783E065-3A75-4E6B-8B72-041E9C15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1CF8E00B-8C61-4F4C-8880-B800B84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6EF03E4-56B3-4ED8-858D-597B0A8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3C71FB0-443C-4B04-B438-F7D01420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2AE27B68-A392-4B3C-9627-5D3367D4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8C0F3F9-EF17-4E19-AC72-601BE722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704B8738-22D7-46DF-85F8-2CD12BB5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4F4E8F13-6653-466E-89EC-E856D4B6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65FA84A5-6F81-49F4-BA5A-5530D522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871789-25AD-4F16-A3A9-0D4BCBFB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E7540BC2-519D-41D2-832D-6B93F775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F842C035-5BD3-495B-9CC4-3E0F83FF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0E668788-CC6B-4901-BD39-CC6A52E8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1FE4CF4C-65A2-49FA-9F2A-297B6D62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2AF75A4A-43C0-4F0C-AD69-0928BB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1F1848C6-040E-4C25-91B6-574EF0D6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93F05762-CDB2-45A0-8D73-0B550C9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E4641A4-EB5E-40C2-AF8E-A56C46C1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111D00D9-5FE9-4AD2-AE5D-3363FDB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1151F1A-58F3-45F8-9614-99B4DC2D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9DB4253-E923-4C36-8F8B-4316755A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9100DC4-9C0C-46BD-AA0C-B98F6078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A78EFABF-B82B-4DCB-8D65-A44378B5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0552" y="5623560"/>
            <a:ext cx="795527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</a:rPr>
              <a:t>A figure stays traceable to the question its claim answers.</a:t>
            </a:r>
          </a:p>
        </p:txBody>
      </p:sp>
    </p:spTree>
    <p:extLst>
      <p:ext uri="{BB962C8B-B14F-4D97-AF65-F5344CB8AC3E}">
        <p14:creationId xmlns:p14="http://schemas.microsoft.com/office/powerpoint/2010/main" val="3665358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D8F6ED9-EE30-4235-9244-30B0F77C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3066FD6-3491-4907-B94B-C709CF71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E183E096-5744-4884-943C-E08F21A7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4E789D51-A05F-40F2-8447-D9EF7323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01264F0-A419-4F85-822C-88F0D0E7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D13A309-AE7E-4EE4-863E-A5BD7DBE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same graph can supply an assistant context packet.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EC4586A2-F21F-4C70-83A1-F51B9565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A371230-169C-4F72-A536-05393644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24750B2C-A26B-4C98-BE1E-031510B3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3AE51C77-7CEF-4DCD-8F4A-B4ED3F1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9112778-42E4-40B9-9C51-EBD93EDB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3FC2421-2433-452F-8513-3E43ECFA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0616823B-F141-4A36-B9EE-BF20F23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21D5EC4-D8FB-4615-938A-F1729553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2D6B2021-BF0C-42D8-9E74-2F019C87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8FD3D0B6-183E-493F-83AE-C627114C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22B22880-D2A3-4FDA-8136-2888787D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5F336-A5F1-4163-83F8-31979370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5AB14B2-C7B5-43AF-A975-C8F98683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8DC2232D-799C-4278-ACDB-F4114562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4476C02D-35DC-4AF3-BB95-BFB8EA49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E3F387C6-0044-45B6-AEA5-9561AC63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9A562B6-A311-423B-BCC7-ECC572D1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5CFA0ABB-7ED0-4ABF-9C66-30CE28D9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508C85D4-BC22-4B4F-A441-F479A5E9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5ADC245-95FA-4BC8-953C-A1D0918E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6EB09025-AEEB-4C4A-8DCA-E76102AE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F1FB9D06-A7D3-4FD4-9951-54B27EBB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771388B8-04EE-4563-AC42-50DBC01F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F0D67B5-7D23-43A6-81D4-8CF2D581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221A3E01-AB4D-44DE-849F-EC32F9D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7388F6C-8D6D-472E-AD46-91A1B4B6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7668844B-E334-4ACD-B898-8E40C35E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08F8F4A7-A4C9-49DA-89B6-C74F505E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F74016CF-3D79-40BE-BF76-D45A843E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FC6BF998-5830-4461-95BD-0ACC5EF1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E37FF56F-AB87-4FF9-9BCF-B90BE86B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F550411B-E7C3-4D23-978C-9F61BF13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5277ECE6-ED52-4F7A-95EC-5A95BA5D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9A7A5877-3D95-443E-8C75-38ACFA8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FAB5F95-A972-4FB5-BCF8-B1653C9E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2083ABCF-FC87-4392-AD50-66B35FE4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58B32B01-D3A7-4F10-8F49-FA6D3DD2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065506CE-3140-43C0-9DFD-4D78E41F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2EF3DD28-6A81-49DC-A526-A0C5585B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52308C8A-043F-4D4E-BCCB-DBE58649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C07B8CC5-F565-4216-BB65-315B5283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07478808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9FD46CD-49FF-4A17-8832-6E964BBE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7F1D306-0DE4-49A1-9378-8F671CE5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8E390BD-7CAF-417D-9C92-E242C59E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BA033B7-765A-4651-8A52-C909A654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2FC5D-4E94-496F-B677-E5F1E5FE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115DBB2-6614-40A4-8A61-6D45996C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proposes graph updates for human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DE9D66B-A9E4-41A2-8536-14420075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84EB804-B0E7-4411-BB90-479F6A12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1636F29E-655A-4937-8068-5BAD1208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DDC60972-C1E5-4990-B2EF-08D1A2CF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56D4F62A-CEC0-4C4A-AC85-6F83545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668B1342-843E-448C-B11E-06933E4B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4D25A69F-3A98-4655-8117-6760F970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1E720D5-A2E8-4A53-A22B-2E398BDC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634271ED-B833-403C-8BEA-42678DE9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5535989A-DFF3-48FB-A3E8-7CA2E539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75D85EB9-0045-46ED-B2AF-15B4F36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8F5123-4504-4353-A34D-9C63C186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3F773FC5-78EE-480B-BFC0-66E77DA5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93DE08D-8473-4C78-8E62-AF76C7F2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A2D7F504-5341-4CC1-BDB0-DDA5995B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689D387-600E-4199-89E3-78568047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4DCE761-5646-4A12-AE9F-0EB7D7C8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A6E2131-3445-4EAA-8047-1493E4CE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865ACB9-68D1-4086-8058-6E7224CB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BF389D61-E2A5-45F3-BEC4-9B926D91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FF3AE27A-EB4B-49D6-B0CB-1BDCC1D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DF3305E-DC04-4A56-BDD8-544C8AE4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9DEB9B39-FD92-41F6-ABA9-9731994A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3C20C756-624D-43C5-9356-0CB270BD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652FBA73-DC81-461E-B230-C142787A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1F0B6BD-C5C2-46C9-9A4E-7DE17E4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F30FF037-C882-4BF0-A22D-E54A1FBB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E80365F8-66F8-4EE8-866E-09CE5FB7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A0A3EEE5-7069-4436-B488-A1E4D3B6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D47EEF04-16CF-47ED-A8A0-47BC7B4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0A278ADE-038A-449C-83D9-9F160129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760F5B5F-EB9F-493E-B835-75F3A5CF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2355F5C9-2214-43C8-A740-2F1805F7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C9BBDA57-CAD0-41FB-A613-BC8977EB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143E99D-9E04-4F4A-AEE5-47CB9B36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5F6252D8-2B81-4DDA-8E0D-7223C77F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D6CA018D-7EDF-4914-A97A-E876723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DFC9DA8E-F2E1-4034-818A-AE1C7896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6E3A5816-1866-4A09-B5EA-D4B6127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1B996376-EF3F-4A18-8AA6-1C73D7F6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2E47351B-EC79-45D0-9E78-8A963D88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35867AC-945D-4CCA-9E94-1ACB6E1E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43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C303EFC1-B74C-49EA-BC2F-D4688784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50" name="box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A67E590F-A379-46BD-9531-2483E964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43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label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B3A9FD52-E3ED-4991-B733-A7D43D80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57800"/>
            <a:ext cx="1924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draft operations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  <p:sp>
        <p:nvSpPr>
          <p:cNvPr id="52" name="box-human review">
            <a:extLst xmlns:a="http://schemas.openxmlformats.org/drawingml/2006/main">
              <a:ext uri="{FF2B5EF4-FFF2-40B4-BE49-F238E27FC236}">
                <a16:creationId xmlns:a16="http://schemas.microsoft.com/office/drawing/2014/main" id="{1BB5E0C2-1CD7-4744-B8CF-0F2F2E56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29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label-human review">
            <a:extLst xmlns:a="http://schemas.openxmlformats.org/drawingml/2006/main">
              <a:ext uri="{FF2B5EF4-FFF2-40B4-BE49-F238E27FC236}">
                <a16:creationId xmlns:a16="http://schemas.microsoft.com/office/drawing/2014/main" id="{2A12CD46-8807-426B-86E6-010C3846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436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human review</a:t>
            </a:r>
          </a:p>
        </p:txBody>
      </p:sp>
      <p:sp>
        <p:nvSpPr>
          <p:cNvPr id="54" name="line-h">
            <a:extLst xmlns:a="http://schemas.openxmlformats.org/drawingml/2006/main">
              <a:ext uri="{FF2B5EF4-FFF2-40B4-BE49-F238E27FC236}">
                <a16:creationId xmlns:a16="http://schemas.microsoft.com/office/drawing/2014/main" id="{92D1C002-F6CA-417E-BDCD-AC44E4A4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3625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5372540F-9DF9-4924-81E1-0B7A54AD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495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9B9A6C03-2F23-4E45-AD19-8964247D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9285" y="55483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427EB8AA-C753-4437-9B9C-23D7A1AB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1195" y="56007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D765AC6C-B114-4816-8A9F-530C0D7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3105" y="5653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4AEDE6A7-2C9A-4AC1-A2B9-81FC9D47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15" y="5705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A9CEE5B1-CE01-4E7B-A15A-4314609E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57578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37BDDFEF-DE3A-4E3E-B5C6-16A6EF44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835" y="58102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98C4B636-742A-4EE0-8247-593CBBCC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0745" y="58626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E1CE5FA8-61B2-48CE-893B-9900B68C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655" y="59150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E8B8F2C4-4F58-4762-8409-D1DBF5D7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565" y="59674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A579A4E2-32CB-4AF8-A780-BFE5C6C9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19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6" name="line-v">
            <a:extLst xmlns:a="http://schemas.openxmlformats.org/drawingml/2006/main">
              <a:ext uri="{FF2B5EF4-FFF2-40B4-BE49-F238E27FC236}">
                <a16:creationId xmlns:a16="http://schemas.microsoft.com/office/drawing/2014/main" id="{A65D99CA-4DF1-475D-AAD9-6E1E9DE0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6197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7454374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998125F-F6A6-4406-88DD-D3D97481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8B09E3F-71A2-465E-BAF1-74C4446E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WHAT IT IS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0AECA820-724A-4DB4-A6D8-1394A44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06F0B8E-7249-4161-A3D0-B94196C3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9FDC539-BA9E-4F97-805F-3AE26A50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10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868CEB2-481F-453A-B2F1-7337EFE7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Lab Tracker records semantic edges among existing lab artifacts.</a:t>
            </a:r>
          </a:p>
        </p:txBody>
      </p:sp>
      <p:sp>
        <p:nvSpPr>
          <p:cNvPr id="7" name="box-ELN note">
            <a:extLst xmlns:a="http://schemas.openxmlformats.org/drawingml/2006/main">
              <a:ext uri="{FF2B5EF4-FFF2-40B4-BE49-F238E27FC236}">
                <a16:creationId xmlns:a16="http://schemas.microsoft.com/office/drawing/2014/main" id="{413823D6-A142-43B3-8AE3-CA96C431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052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ELN note">
            <a:extLst xmlns:a="http://schemas.openxmlformats.org/drawingml/2006/main">
              <a:ext uri="{FF2B5EF4-FFF2-40B4-BE49-F238E27FC236}">
                <a16:creationId xmlns:a16="http://schemas.microsoft.com/office/drawing/2014/main" id="{95661222-F401-45CB-871D-C8B365B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bench note (fly07)</a:t>
            </a:r>
          </a:p>
        </p:txBody>
      </p:sp>
      <p:sp>
        <p:nvSpPr>
          <p:cNvPr id="9" name="box-data file">
            <a:extLst xmlns:a="http://schemas.openxmlformats.org/drawingml/2006/main">
              <a:ext uri="{FF2B5EF4-FFF2-40B4-BE49-F238E27FC236}">
                <a16:creationId xmlns:a16="http://schemas.microsoft.com/office/drawing/2014/main" id="{F38125BC-69C9-4FD2-87F8-AB41F3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data file">
            <a:extLst xmlns:a="http://schemas.openxmlformats.org/drawingml/2006/main">
              <a:ext uri="{FF2B5EF4-FFF2-40B4-BE49-F238E27FC236}">
                <a16:creationId xmlns:a16="http://schemas.microsoft.com/office/drawing/2014/main" id="{0D6F16F7-98FE-4409-B5CE-B8CEC3E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33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question addressed">
            <a:extLst xmlns:a="http://schemas.openxmlformats.org/drawingml/2006/main">
              <a:ext uri="{FF2B5EF4-FFF2-40B4-BE49-F238E27FC236}">
                <a16:creationId xmlns:a16="http://schemas.microsoft.com/office/drawing/2014/main" id="{914768F5-AB2D-4AEF-A17D-F55B591A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question addressed">
            <a:extLst xmlns:a="http://schemas.openxmlformats.org/drawingml/2006/main">
              <a:ext uri="{FF2B5EF4-FFF2-40B4-BE49-F238E27FC236}">
                <a16:creationId xmlns:a16="http://schemas.microsoft.com/office/drawing/2014/main" id="{81705F2E-AE7C-4DCA-BF63-E7D97706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195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13" name="box-evidence for claim">
            <a:extLst xmlns:a="http://schemas.openxmlformats.org/drawingml/2006/main">
              <a:ext uri="{FF2B5EF4-FFF2-40B4-BE49-F238E27FC236}">
                <a16:creationId xmlns:a16="http://schemas.microsoft.com/office/drawing/2014/main" id="{9912EFD4-7BA2-4C3E-A742-98447282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evidence for claim">
            <a:extLst xmlns:a="http://schemas.openxmlformats.org/drawingml/2006/main">
              <a:ext uri="{FF2B5EF4-FFF2-40B4-BE49-F238E27FC236}">
                <a16:creationId xmlns:a16="http://schemas.microsoft.com/office/drawing/2014/main" id="{F4113416-F6A5-433D-BE17-0854F80C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33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PN gain ×0.6 (n=18)</a:t>
            </a:r>
          </a:p>
        </p:txBody>
      </p:sp>
      <p:sp>
        <p:nvSpPr>
          <p:cNvPr id="15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70D48B74-180D-4F65-AC0C-AFA54C72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052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AE7F4E42-0D24-43A5-BDDE-33E0E400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7" name="box-figure">
            <a:extLst xmlns:a="http://schemas.openxmlformats.org/drawingml/2006/main">
              <a:ext uri="{FF2B5EF4-FFF2-40B4-BE49-F238E27FC236}">
                <a16:creationId xmlns:a16="http://schemas.microsoft.com/office/drawing/2014/main" id="{A82EC266-51D6-4DBF-8DA4-E5214F94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196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365B85A-297D-4714-8BF7-80A2B9D9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33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9" name="line-h">
            <a:extLst xmlns:a="http://schemas.openxmlformats.org/drawingml/2006/main">
              <a:ext uri="{FF2B5EF4-FFF2-40B4-BE49-F238E27FC236}">
                <a16:creationId xmlns:a16="http://schemas.microsoft.com/office/drawing/2014/main" id="{4459E0AF-E9B0-4ECE-8906-35C7BDF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242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h">
            <a:extLst xmlns:a="http://schemas.openxmlformats.org/drawingml/2006/main">
              <a:ext uri="{FF2B5EF4-FFF2-40B4-BE49-F238E27FC236}">
                <a16:creationId xmlns:a16="http://schemas.microsoft.com/office/drawing/2014/main" id="{52F1A7F6-C3A7-44EB-9C44-F0101D49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6386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D7F3E26E-4126-4A9A-B536-0A66F7DD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E3CDF7C-CEFB-4F13-86F4-FF8BF178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386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870448"/>
            <a:ext cx="704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system stores references to artifacts and the scientific edges between them.</a:t>
            </a:r>
          </a:p>
        </p:txBody>
      </p:sp>
      <p:sp>
        <p:nvSpPr>
          <p:cNvPr id="24" name="ctlq-24">
            <a:extLst xmlns:a="http://schemas.openxmlformats.org/drawingml/2006/main">
              <a:ext uri="{FF2B5EF4-FFF2-40B4-BE49-F238E27FC236}">
                <a16:creationId xmlns:a16="http://schemas.microsoft.com/office/drawing/2014/main" id="{4459E0AF-E9B0-4ECE-8906-35C7BDF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855464"/>
            <a:ext cx="18288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ctlq-25">
            <a:extLst xmlns:a="http://schemas.openxmlformats.org/drawingml/2006/main">
              <a:ext uri="{FF2B5EF4-FFF2-40B4-BE49-F238E27FC236}">
                <a16:creationId xmlns:a16="http://schemas.microsoft.com/office/drawing/2014/main" id="{F38125BC-69C9-4FD2-87F8-AB41F3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" y="5010912"/>
            <a:ext cx="2194560" cy="6035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ctlq-26">
            <a:extLst xmlns:a="http://schemas.openxmlformats.org/drawingml/2006/main">
              <a:ext uri="{FF2B5EF4-FFF2-40B4-BE49-F238E27FC236}">
                <a16:creationId xmlns:a16="http://schemas.microsoft.com/office/drawing/2014/main" id="{0D6F16F7-98FE-4409-B5CE-B8CEC3E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5084064"/>
            <a:ext cx="197510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control question: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presynaptic on ORNs?</a:t>
            </a:r>
          </a:p>
        </p:txBody>
      </p:sp>
    </p:spTree>
    <p:extLst>
      <p:ext uri="{BB962C8B-B14F-4D97-AF65-F5344CB8AC3E}">
        <p14:creationId xmlns:p14="http://schemas.microsoft.com/office/powerpoint/2010/main" val="12773263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91C1B6-F33C-4576-8F04-8DFBBC7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085743A-1A1D-418F-9843-525361C9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7B13AE39-A600-42FD-97BC-B51DC108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C14FDA2-E653-4DEF-A752-4EE28EF2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7D0E61E-6704-4271-90B7-9ABFE52D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11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507DCC3-BC7B-4246-B455-C089CA25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Begin with a motivating question.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3E694473-95A1-41A7-BE18-589FEF0E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9C45EF8-5D0B-406B-A208-B06A3E3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9490361-D111-46FF-B28A-8F2FD6BA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C16B6012-0DF3-4DCB-81E8-33002374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1DD68F1E-0379-4704-BB7E-D8BE8D98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C4CAB7E8-2852-48D7-9F29-77200337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ADE39AF-CFFF-4684-8E10-8ECDA317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A006A55-462F-425B-B927-E221CE09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620AF5C-ED75-4DB0-83A9-B6931D5F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8993148-68C7-4BD2-AA49-51D39076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</p:spTree>
    <p:extLst>
      <p:ext uri="{BB962C8B-B14F-4D97-AF65-F5344CB8AC3E}">
        <p14:creationId xmlns:p14="http://schemas.microsoft.com/office/powerpoint/2010/main" val="3835903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AC7F448-5344-48C6-BB70-81D0173C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30A0C44-7153-4BDA-82ED-EE8EF994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E5517DA-C607-409F-ACFE-39FF2D0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6229210-7B6C-4EFF-ABB9-C29978C5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80FFA67-B310-47E6-81BD-329D8BE0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30FC963-6348-4984-B6BC-2970791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Decompose it into answerable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00988671-D415-473B-8D6A-4E267BDD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8DD87BA-D884-4276-83FA-621D2F4B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0D40CFF7-EDEB-4A8F-9F08-6E12D78C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9A765F38-C2A4-4828-83C2-306AEDB2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9CDE857C-8C85-4837-92CD-D93BE4F1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53F0B05-ADED-4CB3-A447-527BE218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343ED47-B5DD-459E-BA40-C021303B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C14A4A12-2008-4BFB-B2E4-DFAF65F2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FC1696A1-D2EA-4876-A388-F78AA841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DA933165-7C6D-4E0A-80CA-E76FE609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FDB6CF06-C1F6-4E7F-91BE-5F2E1C1D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85031316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FC3458-DE05-414E-80BC-ADE4BF08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66011C7-4FE6-4062-A7DB-1DFCE6C3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5865D24D-5AF2-4046-888D-C3184C44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50FC35F-531A-4BF5-9CF3-80756E92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110CEE1-115E-4B5A-8774-3AE8F4A4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D6D28AE-2C87-41B6-AC70-03E7430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</a:rPr>
              <a:t>Link datasets and analyses to their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C50D7D62-EB2E-442E-A13D-372C5C62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D8A24D2-836A-4825-9941-8B51DB26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DAF5C4E2-C295-4407-B7FE-4CDC346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F381D989-FAE7-4440-8CA2-A5C52AB5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C920C70C-136B-4EAF-9745-F473D096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726DB4F-9675-40CE-B1C3-A38E2BA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4AF431BC-DAF0-4E32-B98C-AE49055C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97D8992-B3C2-4487-8378-9A4A94F7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1A619AC7-AE29-48F0-9E6F-8AE0A784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078D0434-355B-4DBE-9767-687B9307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BB1D5560-58D3-422E-9FF2-58E1AF2F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78972B0-BDE5-4202-81EB-5B6A2B6A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8A69E7E4-53F2-4224-9C6A-C9AC882B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693AC325-2BA3-4D4C-A9E9-38A15AAA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6A478CB8-A517-44C0-AA79-D27FECA4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78AB1D86-5735-49A9-9738-4864B9DF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0BC2217D-8196-4E69-BA60-4B7AAA3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8F4D3DB-ACDB-4EFF-9508-199753DB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18848C9-B25B-4670-A1D5-CF023FE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37A64511-9A08-4224-B036-38C7858D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F2865A7-C195-4F82-84A9-5A8A8BB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0355493B-00F6-461D-9800-EBB2A09F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34560C07-5BB0-4015-AD05-8FCB352E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0394255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2EF045F-6F44-474D-8548-335A6F45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4C23427-2611-4A60-B1E2-B5A159DE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B4E07771-1D44-4580-BB33-D04A04E9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280E9BA-9AB6-4284-AE0A-9F372FA0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0B2EA0F-7635-4ED3-BBA1-3BB0AFF7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16A1903-21C5-426D-8088-D760DFF8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Treat claims as supported only when evidence is attached.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2CC4971-DBBC-4EAC-A7CC-02507C02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0D2F2C4-8C2A-433D-983C-7673498D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AB2932E-14CA-4B8D-B00E-910761F4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46BF146-93AC-49ED-AB1C-C8E63626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2FB2D59E-35F9-45B4-9ACA-902CCDF8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2D824AAC-1CDB-461E-936E-3BB824D8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A686296A-7B90-4765-8755-35D0F8B4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D65BA0DE-F8A8-425C-9D55-A7953C3C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78F35B0B-6E54-403D-9894-3742E861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EF1BFE73-A540-458E-ACD0-88526141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372A38B7-4692-418C-99D0-34746D5A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AC46A8E-6D46-44B1-A96E-D28B19B9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F9E62831-F678-4FB0-970D-710EF8D7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AC81A1F9-A777-4238-8209-C0E02FB5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18745362-40E3-432D-BA6C-3AC20D4C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39B6F33-FBBF-46D2-9C25-F94BD697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37945630-B824-408D-8189-C089DE72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3B12E43C-0B11-4BFD-8738-A0B32DEC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7AC05994-9D86-4C52-BCFF-C3862601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1EF936C2-F6DA-490D-9789-9E6A10B0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ACACD053-AB7E-430C-9DA0-CCE36B7D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12EF5B4-49D1-4940-87CA-59D18F5D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A0BF61EA-C21F-4EA2-A049-B2E5B896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h">
            <a:extLst xmlns:a="http://schemas.openxmlformats.org/drawingml/2006/main">
              <a:ext uri="{FF2B5EF4-FFF2-40B4-BE49-F238E27FC236}">
                <a16:creationId xmlns:a16="http://schemas.microsoft.com/office/drawing/2014/main" id="{AF4F36CD-01FD-46B1-BB75-43077362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5018898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810987D-FBCD-4F81-AC89-1A0F3998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CA49F78-D43C-48D4-97B3-0A33A145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3F344B80-ED5E-4023-A72F-7452CBA7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52B57B8-6E5B-4926-95E8-BA93DFC3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63DAE15-3044-42A0-8E8D-5FB3AAB0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4478CE6-10D9-4529-93E6-791AA8B0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begins with the raw note.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A512BA1-66CB-46E3-9D0F-422AE2B0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082AAF31-9A22-4B76-9FB2-C39F9FC4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D92C455A-B63F-494D-A882-1D7FDE49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2AE99298-ABFE-4F86-8AAD-C501EF2A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22F05A53-D61B-486D-9625-296498E6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C031E168-7F2B-4A0F-822D-9FD2CAF8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3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BC61A410-6FFC-4731-A2E2-411ABEBE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D10E9ED7-8F26-4DF7-9B10-11FAB7E5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91242716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67F4021-FAF0-43D1-9E83-9A209C90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D01052E-D30E-4435-9054-334A8997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8F48CDB-2E3F-411C-BE15-1AE07F2C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7A78CB8-CEC7-46CF-AA05-A2C159C0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5E9E9B2-B91E-41C6-8DD2-1959F3FE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A977C82-CC29-456A-8E36-0E6D42B8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Graph context is added before model interpretation.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C866DA1-04FF-4512-841C-3A55F91C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EB3102F6-AA66-41FF-B729-3CAEB05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0C5D39D2-2B77-4DC5-B4C8-AA2E1709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E9E5E85B-F2B8-400A-B64F-05D4023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78EE3BB0-F2A7-4E56-9D8F-F334FBDF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8E33F95-E08E-4E6C-AC06-39C35ED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FD7F2DB0-A818-4273-9D7F-AC6FED6D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A1B20873-10D5-4790-A4D1-4F8B1FE2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7DE034-0CE1-4299-B63C-C9F6107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109272084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02CAD51-9071-45B1-9C3F-D312384A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40AF3C6-FEFC-43D0-BD96-DD5CAEFC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6AD113E-647D-49FA-BEE4-A7B9A49E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F176BA80-9CEF-4BDC-B950-2D657D12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9EC7B83-0B5C-4F68-AA25-803B609A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5973D7C-A166-4263-AE5B-26E68C0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model returns proposed graph operations.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7E0EF93-C272-4919-B73F-4373ED7C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25E00BF0-759E-4801-BB55-192E76EA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C6502EB1-FE40-4698-9BCA-795E7C9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BC7717C6-487F-4FD5-AA11-8D61E436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FA1B665C-0129-4C4B-85CF-EB439FDF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50713F3E-2EA5-49A2-B283-FE6072CB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073909C2-E409-481D-AD0D-CA9FEC35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6A623131-72F4-489B-9CFD-F5920E53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F82B85-F5F0-4561-A33E-BAD0A876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D0FFFEBB-59AA-46E9-A616-0F2F4CF4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894F9-C554-48D2-8998-93AF7958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to question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dataset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</p:spTree>
    <p:extLst>
      <p:ext uri="{BB962C8B-B14F-4D97-AF65-F5344CB8AC3E}">
        <p14:creationId xmlns:p14="http://schemas.microsoft.com/office/powerpoint/2010/main" val="209911349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865D376-F2D8-4AE8-B7E9-9D04949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913DB2-188F-4A3F-B3FE-7057BF86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4E4891B-2FDA-4674-9C87-F6937367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B9966885-74D4-499A-994E-F18024FE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7E2F916-F15E-4437-ABB5-E8C916BE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C521391-D7DB-4315-B622-52548FAB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reviewer decides what enters the record.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DC29B2F6-F097-43F9-A046-D637BA43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4EE1718F-6BFC-4896-BE80-D6909BF3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6F23399E-6540-4539-BB15-4CC42CA9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2987A798-8517-40FC-8A51-2438493C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98BB1A91-FA55-4F80-8A9E-4F532E67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9935A6B-9F5E-4D65-928D-8BFF2CDC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AE5BAA01-79E6-4E99-B967-CCF2DFBE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D487D970-5EA9-4B37-B7A4-B9A93761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02B6BCBE-EB64-4A0A-A61C-192A473B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F78A1A20-18D3-4E9E-A4A7-8EA9302C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line-h">
            <a:extLst xmlns:a="http://schemas.openxmlformats.org/drawingml/2006/main">
              <a:ext uri="{FF2B5EF4-FFF2-40B4-BE49-F238E27FC236}">
                <a16:creationId xmlns:a16="http://schemas.microsoft.com/office/drawing/2014/main" id="{8DF49BBE-1A39-4CAF-872D-1C44A0A6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C8A8E-1BC9-4327-B2E0-163D455E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to question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dataset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</p:spTree>
    <p:extLst>
      <p:ext uri="{BB962C8B-B14F-4D97-AF65-F5344CB8AC3E}">
        <p14:creationId xmlns:p14="http://schemas.microsoft.com/office/powerpoint/2010/main" val="52505325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1372B3-0DA6-41DE-9C00-0332D00D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A712F14-5131-43BD-B147-724F2F36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FIRST USE CASE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1FC12B9-351F-4B3D-8D4A-ED623216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0D6D052D-209F-4347-8CE7-3B7533F2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E8B5CBA-B924-4401-A6E2-C5AB7E47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0D6220C5-6C98-4207-B69F-F80ABA62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One project, its question hierarchy, and one result.</a:t>
            </a:r>
          </a:p>
        </p:txBody>
      </p:sp>
      <p:sp>
        <p:nvSpPr>
          <p:cNvPr id="7" name="box-one project">
            <a:extLst xmlns:a="http://schemas.openxmlformats.org/drawingml/2006/main">
              <a:ext uri="{FF2B5EF4-FFF2-40B4-BE49-F238E27FC236}">
                <a16:creationId xmlns:a16="http://schemas.microsoft.com/office/drawing/2014/main" id="{AC3FB2D1-6BED-4EA3-A624-9C765406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43300"/>
            <a:ext cx="2266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one project">
            <a:extLst xmlns:a="http://schemas.openxmlformats.org/drawingml/2006/main">
              <a:ext uri="{FF2B5EF4-FFF2-40B4-BE49-F238E27FC236}">
                <a16:creationId xmlns:a16="http://schemas.microsoft.com/office/drawing/2014/main" id="{47D5E28D-33BB-4E85-BD66-A7834F7F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AL-gain project</a:t>
            </a:r>
          </a:p>
        </p:txBody>
      </p:sp>
      <p:sp>
        <p:nvSpPr>
          <p:cNvPr id="9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603BF524-4E71-4606-97C5-888D2244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43300"/>
            <a:ext cx="2647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F636DD0-6B0C-4C7B-8049-40D5ABCF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576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superseded → 2 sub-questions</a:t>
            </a:r>
          </a:p>
        </p:txBody>
      </p:sp>
      <p:sp>
        <p:nvSpPr>
          <p:cNvPr id="11" name="box-one result">
            <a:extLst xmlns:a="http://schemas.openxmlformats.org/drawingml/2006/main">
              <a:ext uri="{FF2B5EF4-FFF2-40B4-BE49-F238E27FC236}">
                <a16:creationId xmlns:a16="http://schemas.microsoft.com/office/drawing/2014/main" id="{E94C3B52-D86E-4012-947B-44A73727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43300"/>
            <a:ext cx="2190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one result">
            <a:extLst xmlns:a="http://schemas.openxmlformats.org/drawingml/2006/main">
              <a:ext uri="{FF2B5EF4-FFF2-40B4-BE49-F238E27FC236}">
                <a16:creationId xmlns:a16="http://schemas.microsoft.com/office/drawing/2014/main" id="{32748925-9AFE-4CB6-B34D-63CB96B2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57600"/>
            <a:ext cx="1924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3" name="line-h">
            <a:extLst xmlns:a="http://schemas.openxmlformats.org/drawingml/2006/main">
              <a:ext uri="{FF2B5EF4-FFF2-40B4-BE49-F238E27FC236}">
                <a16:creationId xmlns:a16="http://schemas.microsoft.com/office/drawing/2014/main" id="{D7118F78-65F1-47A4-AB74-B4931CAD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58AAAB16-242A-4112-85D8-1273784B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6F625-C7D9-4257-A8D2-48DBEE61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815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Discussion: which project is suitable, what capture friction matters, and what context assistants need.</a:t>
            </a:r>
          </a:p>
        </p:txBody>
      </p:sp>
    </p:spTree>
    <p:extLst>
      <p:ext uri="{BB962C8B-B14F-4D97-AF65-F5344CB8AC3E}">
        <p14:creationId xmlns:p14="http://schemas.microsoft.com/office/powerpoint/2010/main" val="17763594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2026-06-04T18:51:06.2070000Z</dcterms:created>
  <dcterms:modified xsi:type="dcterms:W3CDTF">2026-06-04T18:51:06.2070000Z</dcterms:modified>
</coreProperties>
</file>